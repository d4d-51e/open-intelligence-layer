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96" r:id="rId2"/>
    <p:sldId id="298" r:id="rId3"/>
    <p:sldId id="299" r:id="rId4"/>
    <p:sldId id="30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EC00E-5F3E-DF49-A2CA-CAC47001DB64}" v="2" dt="2026-07-04T01:21:05.205"/>
    <p1510:client id="{EEEB7D1B-544B-43C2-8853-61222C6F2BCD}" v="11" dt="2026-07-04T00:08:27.881"/>
    <p1510:client id="{FFD0581F-3943-B647-BE21-2F86D18B353F}" v="2" dt="2026-07-04T01:13:46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5" autoAdjust="0"/>
    <p:restoredTop sz="94645"/>
  </p:normalViewPr>
  <p:slideViewPr>
    <p:cSldViewPr snapToGrid="0">
      <p:cViewPr varScale="1">
        <p:scale>
          <a:sx n="151" d="100"/>
          <a:sy n="151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Yunseo" userId="485af00e-faff-4f85-b499-1b576fbf161c" providerId="ADAL" clId="{4D1E636C-3928-542E-A439-E4234758F2BB}"/>
    <pc:docChg chg="undo custSel delSld modSld">
      <pc:chgData name="Park Yunseo" userId="485af00e-faff-4f85-b499-1b576fbf161c" providerId="ADAL" clId="{4D1E636C-3928-542E-A439-E4234758F2BB}" dt="2026-07-04T01:21:11.391" v="19" actId="1076"/>
      <pc:docMkLst>
        <pc:docMk/>
      </pc:docMkLst>
      <pc:sldChg chg="del">
        <pc:chgData name="Park Yunseo" userId="485af00e-faff-4f85-b499-1b576fbf161c" providerId="ADAL" clId="{4D1E636C-3928-542E-A439-E4234758F2BB}" dt="2026-07-04T01:19:30.957" v="5" actId="2696"/>
        <pc:sldMkLst>
          <pc:docMk/>
          <pc:sldMk cId="0" sldId="265"/>
        </pc:sldMkLst>
      </pc:sldChg>
      <pc:sldChg chg="del">
        <pc:chgData name="Park Yunseo" userId="485af00e-faff-4f85-b499-1b576fbf161c" providerId="ADAL" clId="{4D1E636C-3928-542E-A439-E4234758F2BB}" dt="2026-07-04T01:19:31.277" v="6" actId="2696"/>
        <pc:sldMkLst>
          <pc:docMk/>
          <pc:sldMk cId="0" sldId="290"/>
        </pc:sldMkLst>
      </pc:sldChg>
      <pc:sldChg chg="del">
        <pc:chgData name="Park Yunseo" userId="485af00e-faff-4f85-b499-1b576fbf161c" providerId="ADAL" clId="{4D1E636C-3928-542E-A439-E4234758F2BB}" dt="2026-07-04T01:19:31.647" v="7" actId="2696"/>
        <pc:sldMkLst>
          <pc:docMk/>
          <pc:sldMk cId="1944911003" sldId="292"/>
        </pc:sldMkLst>
      </pc:sldChg>
      <pc:sldChg chg="del">
        <pc:chgData name="Park Yunseo" userId="485af00e-faff-4f85-b499-1b576fbf161c" providerId="ADAL" clId="{4D1E636C-3928-542E-A439-E4234758F2BB}" dt="2026-07-04T01:19:32.032" v="8" actId="2696"/>
        <pc:sldMkLst>
          <pc:docMk/>
          <pc:sldMk cId="2196416662" sldId="294"/>
        </pc:sldMkLst>
      </pc:sldChg>
      <pc:sldChg chg="del">
        <pc:chgData name="Park Yunseo" userId="485af00e-faff-4f85-b499-1b576fbf161c" providerId="ADAL" clId="{4D1E636C-3928-542E-A439-E4234758F2BB}" dt="2026-07-04T01:19:32.583" v="9" actId="2696"/>
        <pc:sldMkLst>
          <pc:docMk/>
          <pc:sldMk cId="3378541548" sldId="295"/>
        </pc:sldMkLst>
      </pc:sldChg>
      <pc:sldChg chg="addSp delSp modSp mod">
        <pc:chgData name="Park Yunseo" userId="485af00e-faff-4f85-b499-1b576fbf161c" providerId="ADAL" clId="{4D1E636C-3928-542E-A439-E4234758F2BB}" dt="2026-07-04T01:21:11.391" v="19" actId="1076"/>
        <pc:sldMkLst>
          <pc:docMk/>
          <pc:sldMk cId="3022018035" sldId="296"/>
        </pc:sldMkLst>
        <pc:picChg chg="add mod">
          <ac:chgData name="Park Yunseo" userId="485af00e-faff-4f85-b499-1b576fbf161c" providerId="ADAL" clId="{4D1E636C-3928-542E-A439-E4234758F2BB}" dt="2026-07-04T01:20:35.259" v="15" actId="1076"/>
          <ac:picMkLst>
            <pc:docMk/>
            <pc:sldMk cId="3022018035" sldId="296"/>
            <ac:picMk id="2" creationId="{D1F6CF00-35EA-C724-D52D-43D40E29D633}"/>
          </ac:picMkLst>
        </pc:picChg>
        <pc:picChg chg="add mod">
          <ac:chgData name="Park Yunseo" userId="485af00e-faff-4f85-b499-1b576fbf161c" providerId="ADAL" clId="{4D1E636C-3928-542E-A439-E4234758F2BB}" dt="2026-07-04T01:21:11.391" v="19" actId="1076"/>
          <ac:picMkLst>
            <pc:docMk/>
            <pc:sldMk cId="3022018035" sldId="296"/>
            <ac:picMk id="3" creationId="{4E9F57BF-68BF-2177-CCD8-F81EA1F96014}"/>
          </ac:picMkLst>
        </pc:picChg>
        <pc:picChg chg="del">
          <ac:chgData name="Park Yunseo" userId="485af00e-faff-4f85-b499-1b576fbf161c" providerId="ADAL" clId="{4D1E636C-3928-542E-A439-E4234758F2BB}" dt="2026-07-04T01:20:27.617" v="10" actId="478"/>
          <ac:picMkLst>
            <pc:docMk/>
            <pc:sldMk cId="3022018035" sldId="296"/>
            <ac:picMk id="7" creationId="{7CB53CCC-76B7-3064-845A-5F8887B922F5}"/>
          </ac:picMkLst>
        </pc:picChg>
        <pc:picChg chg="del">
          <ac:chgData name="Park Yunseo" userId="485af00e-faff-4f85-b499-1b576fbf161c" providerId="ADAL" clId="{4D1E636C-3928-542E-A439-E4234758F2BB}" dt="2026-07-04T01:21:04.476" v="16" actId="478"/>
          <ac:picMkLst>
            <pc:docMk/>
            <pc:sldMk cId="3022018035" sldId="296"/>
            <ac:picMk id="9" creationId="{709196E8-AC5A-8B71-4712-78602B3558B4}"/>
          </ac:picMkLst>
        </pc:picChg>
      </pc:sldChg>
      <pc:sldChg chg="modSp mod">
        <pc:chgData name="Park Yunseo" userId="485af00e-faff-4f85-b499-1b576fbf161c" providerId="ADAL" clId="{4D1E636C-3928-542E-A439-E4234758F2BB}" dt="2026-07-04T01:13:50.032" v="4" actId="255"/>
        <pc:sldMkLst>
          <pc:docMk/>
          <pc:sldMk cId="430499106" sldId="299"/>
        </pc:sldMkLst>
        <pc:spChg chg="mod">
          <ac:chgData name="Park Yunseo" userId="485af00e-faff-4f85-b499-1b576fbf161c" providerId="ADAL" clId="{4D1E636C-3928-542E-A439-E4234758F2BB}" dt="2026-07-04T01:13:50.032" v="4" actId="255"/>
          <ac:spMkLst>
            <pc:docMk/>
            <pc:sldMk cId="430499106" sldId="299"/>
            <ac:spMk id="3" creationId="{331B7C0B-1F37-398C-3272-7DEA9CD6E89D}"/>
          </ac:spMkLst>
        </pc:spChg>
      </pc:sldChg>
      <pc:sldChg chg="modSp mod">
        <pc:chgData name="Park Yunseo" userId="485af00e-faff-4f85-b499-1b576fbf161c" providerId="ADAL" clId="{4D1E636C-3928-542E-A439-E4234758F2BB}" dt="2026-07-04T01:12:42.517" v="2" actId="255"/>
        <pc:sldMkLst>
          <pc:docMk/>
          <pc:sldMk cId="3338334117" sldId="300"/>
        </pc:sldMkLst>
        <pc:spChg chg="mod">
          <ac:chgData name="Park Yunseo" userId="485af00e-faff-4f85-b499-1b576fbf161c" providerId="ADAL" clId="{4D1E636C-3928-542E-A439-E4234758F2BB}" dt="2026-07-04T01:12:42.517" v="2" actId="255"/>
          <ac:spMkLst>
            <pc:docMk/>
            <pc:sldMk cId="3338334117" sldId="300"/>
            <ac:spMk id="2" creationId="{E1A4DB55-FF9B-92B0-8FB6-90123C86B893}"/>
          </ac:spMkLst>
        </pc:spChg>
      </pc:sldChg>
    </pc:docChg>
  </pc:docChgLst>
  <pc:docChgLst>
    <pc:chgData name="Park Yunseo" userId="485af00e-faff-4f85-b499-1b576fbf161c" providerId="ADAL" clId="{643DA31C-902C-4261-BD52-791E1DBFB7C8}"/>
    <pc:docChg chg="custSel addSld delSld modSld">
      <pc:chgData name="Park Yunseo" userId="485af00e-faff-4f85-b499-1b576fbf161c" providerId="ADAL" clId="{643DA31C-902C-4261-BD52-791E1DBFB7C8}" dt="2026-07-04T00:08:41.977" v="111" actId="1076"/>
      <pc:docMkLst>
        <pc:docMk/>
      </pc:docMkLst>
      <pc:sldChg chg="addSp delSp modSp add mod">
        <pc:chgData name="Park Yunseo" userId="485af00e-faff-4f85-b499-1b576fbf161c" providerId="ADAL" clId="{643DA31C-902C-4261-BD52-791E1DBFB7C8}" dt="2026-07-04T00:01:56.044" v="31" actId="20577"/>
        <pc:sldMkLst>
          <pc:docMk/>
          <pc:sldMk cId="3022018035" sldId="296"/>
        </pc:sldMkLst>
        <pc:spChg chg="mod">
          <ac:chgData name="Park Yunseo" userId="485af00e-faff-4f85-b499-1b576fbf161c" providerId="ADAL" clId="{643DA31C-902C-4261-BD52-791E1DBFB7C8}" dt="2026-07-04T00:01:56.044" v="31" actId="20577"/>
          <ac:spMkLst>
            <pc:docMk/>
            <pc:sldMk cId="3022018035" sldId="296"/>
            <ac:spMk id="14" creationId="{F311CBBB-2674-C10D-F18C-88B447EB996C}"/>
          </ac:spMkLst>
        </pc:spChg>
        <pc:picChg chg="del">
          <ac:chgData name="Park Yunseo" userId="485af00e-faff-4f85-b499-1b576fbf161c" providerId="ADAL" clId="{643DA31C-902C-4261-BD52-791E1DBFB7C8}" dt="2026-07-03T23:56:05.638" v="1" actId="478"/>
          <ac:picMkLst>
            <pc:docMk/>
            <pc:sldMk cId="3022018035" sldId="296"/>
            <ac:picMk id="3" creationId="{9A0006ED-9EAC-C58C-DF85-34827617F774}"/>
          </ac:picMkLst>
        </pc:picChg>
        <pc:picChg chg="add del">
          <ac:chgData name="Park Yunseo" userId="485af00e-faff-4f85-b499-1b576fbf161c" providerId="ADAL" clId="{643DA31C-902C-4261-BD52-791E1DBFB7C8}" dt="2026-07-03T23:56:21.045" v="3" actId="478"/>
          <ac:picMkLst>
            <pc:docMk/>
            <pc:sldMk cId="3022018035" sldId="296"/>
            <ac:picMk id="5" creationId="{B263E2A7-6EC1-E59D-B9F8-ECB29259DD8B}"/>
          </ac:picMkLst>
        </pc:picChg>
        <pc:picChg chg="add mod">
          <ac:chgData name="Park Yunseo" userId="485af00e-faff-4f85-b499-1b576fbf161c" providerId="ADAL" clId="{643DA31C-902C-4261-BD52-791E1DBFB7C8}" dt="2026-07-03T23:57:21.775" v="13" actId="1076"/>
          <ac:picMkLst>
            <pc:docMk/>
            <pc:sldMk cId="3022018035" sldId="296"/>
            <ac:picMk id="7" creationId="{7CB53CCC-76B7-3064-845A-5F8887B922F5}"/>
          </ac:picMkLst>
        </pc:picChg>
        <pc:picChg chg="add mod">
          <ac:chgData name="Park Yunseo" userId="485af00e-faff-4f85-b499-1b576fbf161c" providerId="ADAL" clId="{643DA31C-902C-4261-BD52-791E1DBFB7C8}" dt="2026-07-03T23:57:23.185" v="14" actId="1076"/>
          <ac:picMkLst>
            <pc:docMk/>
            <pc:sldMk cId="3022018035" sldId="296"/>
            <ac:picMk id="9" creationId="{709196E8-AC5A-8B71-4712-78602B3558B4}"/>
          </ac:picMkLst>
        </pc:picChg>
      </pc:sldChg>
      <pc:sldChg chg="new del">
        <pc:chgData name="Park Yunseo" userId="485af00e-faff-4f85-b499-1b576fbf161c" providerId="ADAL" clId="{643DA31C-902C-4261-BD52-791E1DBFB7C8}" dt="2026-07-04T00:06:38.141" v="69" actId="47"/>
        <pc:sldMkLst>
          <pc:docMk/>
          <pc:sldMk cId="1325893928" sldId="297"/>
        </pc:sldMkLst>
      </pc:sldChg>
      <pc:sldChg chg="addSp delSp modSp add mod">
        <pc:chgData name="Park Yunseo" userId="485af00e-faff-4f85-b499-1b576fbf161c" providerId="ADAL" clId="{643DA31C-902C-4261-BD52-791E1DBFB7C8}" dt="2026-07-04T00:08:02.839" v="104" actId="1076"/>
        <pc:sldMkLst>
          <pc:docMk/>
          <pc:sldMk cId="181227421" sldId="298"/>
        </pc:sldMkLst>
        <pc:spChg chg="add del">
          <ac:chgData name="Park Yunseo" userId="485af00e-faff-4f85-b499-1b576fbf161c" providerId="ADAL" clId="{643DA31C-902C-4261-BD52-791E1DBFB7C8}" dt="2026-07-04T00:07:00.110" v="90" actId="478"/>
          <ac:spMkLst>
            <pc:docMk/>
            <pc:sldMk cId="181227421" sldId="298"/>
            <ac:spMk id="3" creationId="{7C26F3F0-2B0B-62F2-B0BA-DC6F6D6D0236}"/>
          </ac:spMkLst>
        </pc:spChg>
        <pc:spChg chg="add mod">
          <ac:chgData name="Park Yunseo" userId="485af00e-faff-4f85-b499-1b576fbf161c" providerId="ADAL" clId="{643DA31C-902C-4261-BD52-791E1DBFB7C8}" dt="2026-07-04T00:08:02.839" v="104" actId="1076"/>
          <ac:spMkLst>
            <pc:docMk/>
            <pc:sldMk cId="181227421" sldId="298"/>
            <ac:spMk id="5" creationId="{95FFA18A-3EDC-156F-4E55-92DCD75D2824}"/>
          </ac:spMkLst>
        </pc:spChg>
        <pc:spChg chg="mod">
          <ac:chgData name="Park Yunseo" userId="485af00e-faff-4f85-b499-1b576fbf161c" providerId="ADAL" clId="{643DA31C-902C-4261-BD52-791E1DBFB7C8}" dt="2026-07-04T00:06:17.380" v="49" actId="20577"/>
          <ac:spMkLst>
            <pc:docMk/>
            <pc:sldMk cId="181227421" sldId="298"/>
            <ac:spMk id="14" creationId="{A8C14F3E-81B6-1A6B-F40E-B0571071AB07}"/>
          </ac:spMkLst>
        </pc:spChg>
        <pc:picChg chg="del">
          <ac:chgData name="Park Yunseo" userId="485af00e-faff-4f85-b499-1b576fbf161c" providerId="ADAL" clId="{643DA31C-902C-4261-BD52-791E1DBFB7C8}" dt="2026-07-04T00:06:19.371" v="50" actId="478"/>
          <ac:picMkLst>
            <pc:docMk/>
            <pc:sldMk cId="181227421" sldId="298"/>
            <ac:picMk id="7" creationId="{72F8C806-9D60-E4C1-3192-B9141865AE3D}"/>
          </ac:picMkLst>
        </pc:picChg>
        <pc:picChg chg="del">
          <ac:chgData name="Park Yunseo" userId="485af00e-faff-4f85-b499-1b576fbf161c" providerId="ADAL" clId="{643DA31C-902C-4261-BD52-791E1DBFB7C8}" dt="2026-07-04T00:06:20.684" v="51" actId="478"/>
          <ac:picMkLst>
            <pc:docMk/>
            <pc:sldMk cId="181227421" sldId="298"/>
            <ac:picMk id="9" creationId="{57E1ABE2-63E9-D251-2BC1-B9AD92154ECC}"/>
          </ac:picMkLst>
        </pc:picChg>
      </pc:sldChg>
      <pc:sldChg chg="addSp delSp modSp add mod">
        <pc:chgData name="Park Yunseo" userId="485af00e-faff-4f85-b499-1b576fbf161c" providerId="ADAL" clId="{643DA31C-902C-4261-BD52-791E1DBFB7C8}" dt="2026-07-04T00:07:58.173" v="102" actId="14100"/>
        <pc:sldMkLst>
          <pc:docMk/>
          <pc:sldMk cId="430499106" sldId="299"/>
        </pc:sldMkLst>
        <pc:spChg chg="add del mod">
          <ac:chgData name="Park Yunseo" userId="485af00e-faff-4f85-b499-1b576fbf161c" providerId="ADAL" clId="{643DA31C-902C-4261-BD52-791E1DBFB7C8}" dt="2026-07-04T00:07:34.218" v="98"/>
          <ac:spMkLst>
            <pc:docMk/>
            <pc:sldMk cId="430499106" sldId="299"/>
            <ac:spMk id="2" creationId="{117968F6-1754-5D17-3D46-806CFEBFBD18}"/>
          </ac:spMkLst>
        </pc:spChg>
        <pc:spChg chg="add mod">
          <ac:chgData name="Park Yunseo" userId="485af00e-faff-4f85-b499-1b576fbf161c" providerId="ADAL" clId="{643DA31C-902C-4261-BD52-791E1DBFB7C8}" dt="2026-07-04T00:07:58.173" v="102" actId="14100"/>
          <ac:spMkLst>
            <pc:docMk/>
            <pc:sldMk cId="430499106" sldId="299"/>
            <ac:spMk id="3" creationId="{331B7C0B-1F37-398C-3272-7DEA9CD6E89D}"/>
          </ac:spMkLst>
        </pc:spChg>
        <pc:spChg chg="mod">
          <ac:chgData name="Park Yunseo" userId="485af00e-faff-4f85-b499-1b576fbf161c" providerId="ADAL" clId="{643DA31C-902C-4261-BD52-791E1DBFB7C8}" dt="2026-07-04T00:06:29.891" v="65" actId="20577"/>
          <ac:spMkLst>
            <pc:docMk/>
            <pc:sldMk cId="430499106" sldId="299"/>
            <ac:spMk id="14" creationId="{B2561378-03E2-DDE8-2899-7AF4A46B245F}"/>
          </ac:spMkLst>
        </pc:spChg>
        <pc:picChg chg="del">
          <ac:chgData name="Park Yunseo" userId="485af00e-faff-4f85-b499-1b576fbf161c" providerId="ADAL" clId="{643DA31C-902C-4261-BD52-791E1DBFB7C8}" dt="2026-07-04T00:06:31.341" v="66" actId="478"/>
          <ac:picMkLst>
            <pc:docMk/>
            <pc:sldMk cId="430499106" sldId="299"/>
            <ac:picMk id="7" creationId="{3ADC66F0-0980-D12D-9521-99D0EFBACC8C}"/>
          </ac:picMkLst>
        </pc:picChg>
        <pc:picChg chg="del">
          <ac:chgData name="Park Yunseo" userId="485af00e-faff-4f85-b499-1b576fbf161c" providerId="ADAL" clId="{643DA31C-902C-4261-BD52-791E1DBFB7C8}" dt="2026-07-04T00:06:32.619" v="67" actId="478"/>
          <ac:picMkLst>
            <pc:docMk/>
            <pc:sldMk cId="430499106" sldId="299"/>
            <ac:picMk id="9" creationId="{66CEF29A-C833-6F61-0DD6-F9BBCDDA5A9B}"/>
          </ac:picMkLst>
        </pc:picChg>
      </pc:sldChg>
      <pc:sldChg chg="addSp modSp add mod">
        <pc:chgData name="Park Yunseo" userId="485af00e-faff-4f85-b499-1b576fbf161c" providerId="ADAL" clId="{643DA31C-902C-4261-BD52-791E1DBFB7C8}" dt="2026-07-04T00:08:41.977" v="111" actId="1076"/>
        <pc:sldMkLst>
          <pc:docMk/>
          <pc:sldMk cId="3338334117" sldId="300"/>
        </pc:sldMkLst>
        <pc:spChg chg="add mod">
          <ac:chgData name="Park Yunseo" userId="485af00e-faff-4f85-b499-1b576fbf161c" providerId="ADAL" clId="{643DA31C-902C-4261-BD52-791E1DBFB7C8}" dt="2026-07-04T00:08:41.977" v="111" actId="1076"/>
          <ac:spMkLst>
            <pc:docMk/>
            <pc:sldMk cId="3338334117" sldId="300"/>
            <ac:spMk id="2" creationId="{E1A4DB55-FF9B-92B0-8FB6-90123C86B893}"/>
          </ac:spMkLst>
        </pc:spChg>
        <pc:spChg chg="mod">
          <ac:chgData name="Park Yunseo" userId="485af00e-faff-4f85-b499-1b576fbf161c" providerId="ADAL" clId="{643DA31C-902C-4261-BD52-791E1DBFB7C8}" dt="2026-07-04T00:06:47.379" v="88" actId="20577"/>
          <ac:spMkLst>
            <pc:docMk/>
            <pc:sldMk cId="3338334117" sldId="300"/>
            <ac:spMk id="14" creationId="{4B08CEC8-F1F8-FFDF-3B64-A0261182C7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045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FDEAB-7D83-21AC-4BD5-1F9ACF288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28EA5D5-9E53-BAFB-95FF-104BD83FCA42}"/>
              </a:ext>
            </a:extLst>
          </p:cNvPr>
          <p:cNvSpPr/>
          <p:nvPr/>
        </p:nvSpPr>
        <p:spPr>
          <a:xfrm>
            <a:off x="822960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311CBBB-2674-C10D-F18C-88B447EB996C}"/>
              </a:ext>
            </a:extLst>
          </p:cNvPr>
          <p:cNvSpPr/>
          <p:nvPr/>
        </p:nvSpPr>
        <p:spPr>
          <a:xfrm>
            <a:off x="342900" y="28575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dirty="0">
                <a:latin typeface="+mn-ea"/>
              </a:rPr>
              <a:t>Data connection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99D4CDE3-F9E7-19D3-356F-11051CEED362}"/>
              </a:ext>
            </a:extLst>
          </p:cNvPr>
          <p:cNvSpPr/>
          <p:nvPr/>
        </p:nvSpPr>
        <p:spPr>
          <a:xfrm>
            <a:off x="323850" y="666750"/>
            <a:ext cx="8496300" cy="0"/>
          </a:xfrm>
          <a:prstGeom prst="line">
            <a:avLst/>
          </a:prstGeom>
          <a:noFill/>
          <a:ln w="4524">
            <a:solidFill>
              <a:srgbClr val="C4C4C4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F6CF00-35EA-C724-D52D-43D40E29D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2429" y="946430"/>
            <a:ext cx="4780001" cy="3679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9F57BF-68BF-2177-CCD8-F81EA1F96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265" y="876301"/>
            <a:ext cx="5307853" cy="380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18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B0416-AFF9-450A-3876-A00EFE422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A45A537-DF5D-C073-6452-0900235D04B3}"/>
              </a:ext>
            </a:extLst>
          </p:cNvPr>
          <p:cNvSpPr/>
          <p:nvPr/>
        </p:nvSpPr>
        <p:spPr>
          <a:xfrm>
            <a:off x="822960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A8C14F3E-81B6-1A6B-F40E-B0571071AB07}"/>
              </a:ext>
            </a:extLst>
          </p:cNvPr>
          <p:cNvSpPr/>
          <p:nvPr/>
        </p:nvSpPr>
        <p:spPr>
          <a:xfrm>
            <a:off x="342900" y="28575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dirty="0">
                <a:latin typeface="+mn-ea"/>
              </a:rPr>
              <a:t>helpers.py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7C364CDB-6579-08C2-332D-B259C6D7B43F}"/>
              </a:ext>
            </a:extLst>
          </p:cNvPr>
          <p:cNvSpPr/>
          <p:nvPr/>
        </p:nvSpPr>
        <p:spPr>
          <a:xfrm>
            <a:off x="323850" y="666750"/>
            <a:ext cx="8496300" cy="0"/>
          </a:xfrm>
          <a:prstGeom prst="line">
            <a:avLst/>
          </a:prstGeom>
          <a:noFill/>
          <a:ln w="4524">
            <a:solidFill>
              <a:srgbClr val="C4C4C4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FA18A-3EDC-156F-4E55-92DCD75D2824}"/>
              </a:ext>
            </a:extLst>
          </p:cNvPr>
          <p:cNvSpPr txBox="1"/>
          <p:nvPr/>
        </p:nvSpPr>
        <p:spPr>
          <a:xfrm>
            <a:off x="718955" y="876301"/>
            <a:ext cx="6114614" cy="12563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000" dirty="0"/>
              <a:t>"""</a:t>
            </a:r>
          </a:p>
          <a:p>
            <a:r>
              <a:rPr lang="ko-KR" altLang="ko-KR" sz="1000" dirty="0" err="1"/>
              <a:t>StealthMole</a:t>
            </a:r>
            <a:r>
              <a:rPr lang="ko-KR" altLang="ko-KR" sz="1000" dirty="0"/>
              <a:t> API </a:t>
            </a:r>
            <a:r>
              <a:rPr lang="ko-KR" altLang="ko-KR" sz="1000" dirty="0" err="1"/>
              <a:t>Helper</a:t>
            </a:r>
            <a:r>
              <a:rPr lang="ko-KR" altLang="ko-KR" sz="1000" dirty="0"/>
              <a:t> </a:t>
            </a:r>
            <a:r>
              <a:rPr lang="ko-KR" altLang="ko-KR" sz="1000" dirty="0" err="1"/>
              <a:t>Functions</a:t>
            </a:r>
            <a:endParaRPr lang="ko-KR" altLang="ko-KR" sz="1000" dirty="0"/>
          </a:p>
          <a:p>
            <a:r>
              <a:rPr lang="ko-KR" altLang="ko-KR" sz="1000" dirty="0"/>
              <a:t>- JWT 생성</a:t>
            </a:r>
          </a:p>
          <a:p>
            <a:r>
              <a:rPr lang="ko-KR" altLang="ko-KR" sz="1000" dirty="0"/>
              <a:t>- API 호출 공통 로직</a:t>
            </a:r>
          </a:p>
          <a:p>
            <a:r>
              <a:rPr lang="ko-KR" altLang="ko-KR" sz="1000" dirty="0"/>
              <a:t>"""</a:t>
            </a:r>
          </a:p>
          <a:p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 err="1"/>
              <a:t>import</a:t>
            </a:r>
            <a:r>
              <a:rPr lang="ko-KR" altLang="ko-KR" sz="1000" dirty="0"/>
              <a:t> </a:t>
            </a:r>
            <a:r>
              <a:rPr lang="ko-KR" altLang="ko-KR" sz="1000" dirty="0" err="1"/>
              <a:t>datetime</a:t>
            </a:r>
            <a:endParaRPr lang="ko-KR" altLang="ko-KR" sz="1000" dirty="0"/>
          </a:p>
          <a:p>
            <a:r>
              <a:rPr lang="ko-KR" altLang="ko-KR" sz="1000" dirty="0" err="1"/>
              <a:t>import</a:t>
            </a:r>
            <a:r>
              <a:rPr lang="ko-KR" altLang="ko-KR" sz="1000" dirty="0"/>
              <a:t> </a:t>
            </a:r>
            <a:r>
              <a:rPr lang="ko-KR" altLang="ko-KR" sz="1000" dirty="0" err="1"/>
              <a:t>uuid</a:t>
            </a:r>
            <a:endParaRPr lang="ko-KR" altLang="ko-KR" sz="1000" dirty="0"/>
          </a:p>
          <a:p>
            <a:r>
              <a:rPr lang="ko-KR" altLang="ko-KR" sz="1000" dirty="0" err="1"/>
              <a:t>import</a:t>
            </a:r>
            <a:r>
              <a:rPr lang="ko-KR" altLang="ko-KR" sz="1000" dirty="0"/>
              <a:t> </a:t>
            </a:r>
            <a:r>
              <a:rPr lang="ko-KR" altLang="ko-KR" sz="1000" dirty="0" err="1"/>
              <a:t>jwt</a:t>
            </a:r>
            <a:endParaRPr lang="ko-KR" altLang="ko-KR" sz="1000" dirty="0"/>
          </a:p>
          <a:p>
            <a:r>
              <a:rPr lang="ko-KR" altLang="ko-KR" sz="1000" dirty="0" err="1"/>
              <a:t>import</a:t>
            </a:r>
            <a:r>
              <a:rPr lang="ko-KR" altLang="ko-KR" sz="1000" dirty="0"/>
              <a:t> </a:t>
            </a:r>
            <a:r>
              <a:rPr lang="ko-KR" altLang="ko-KR" sz="1000" dirty="0" err="1"/>
              <a:t>logging</a:t>
            </a:r>
            <a:endParaRPr lang="ko-KR" altLang="ko-KR" sz="1000" dirty="0"/>
          </a:p>
          <a:p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 err="1"/>
              <a:t>logger</a:t>
            </a:r>
            <a:r>
              <a:rPr lang="ko-KR" altLang="ko-KR" sz="1000" dirty="0"/>
              <a:t> = </a:t>
            </a:r>
            <a:r>
              <a:rPr lang="ko-KR" altLang="ko-KR" sz="1000" dirty="0" err="1"/>
              <a:t>logging.getLogger</a:t>
            </a:r>
            <a:r>
              <a:rPr lang="ko-KR" altLang="ko-KR" sz="1000" dirty="0"/>
              <a:t>(__</a:t>
            </a:r>
            <a:r>
              <a:rPr lang="ko-KR" altLang="ko-KR" sz="1000" dirty="0" err="1"/>
              <a:t>name</a:t>
            </a:r>
            <a:r>
              <a:rPr lang="ko-KR" altLang="ko-KR" sz="1000" dirty="0"/>
              <a:t>__)</a:t>
            </a:r>
          </a:p>
          <a:p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/>
              <a:t># ─────────────────────────────────────────</a:t>
            </a:r>
          </a:p>
          <a:p>
            <a:r>
              <a:rPr lang="ko-KR" altLang="ko-KR" sz="1000" dirty="0"/>
              <a:t># 공통 상수 (환경 변경 시 여기만 수정)</a:t>
            </a:r>
          </a:p>
          <a:p>
            <a:r>
              <a:rPr lang="ko-KR" altLang="ko-KR" sz="1000" dirty="0"/>
              <a:t># ─────────────────────────────────────────</a:t>
            </a:r>
          </a:p>
          <a:p>
            <a:r>
              <a:rPr lang="ko-KR" altLang="ko-KR" sz="1000" dirty="0"/>
              <a:t>SOURCE_RID = "ri.magritte..source.f90a99cb-e8e0-4e02-8569-50a2ad157ae9"</a:t>
            </a:r>
          </a:p>
          <a:p>
            <a:r>
              <a:rPr lang="ko-KR" altLang="ko-KR" sz="1000" dirty="0"/>
              <a:t>RAW_PATH = "/ypark-44c850/Track#2/</a:t>
            </a:r>
            <a:r>
              <a:rPr lang="ko-KR" altLang="ko-KR" sz="1000" dirty="0" err="1"/>
              <a:t>dataset</a:t>
            </a:r>
            <a:r>
              <a:rPr lang="ko-KR" altLang="ko-KR" sz="1000" dirty="0"/>
              <a:t>/</a:t>
            </a:r>
            <a:r>
              <a:rPr lang="ko-KR" altLang="ko-KR" sz="1000" dirty="0" err="1"/>
              <a:t>raw</a:t>
            </a:r>
            <a:r>
              <a:rPr lang="ko-KR" altLang="ko-KR" sz="1000" dirty="0"/>
              <a:t>"</a:t>
            </a:r>
          </a:p>
          <a:p>
            <a:r>
              <a:rPr lang="ko-KR" altLang="ko-KR" sz="1000" dirty="0"/>
              <a:t>OUTPUT_PATH = "/ypark-44c850/Track#2/</a:t>
            </a:r>
            <a:r>
              <a:rPr lang="ko-KR" altLang="ko-KR" sz="1000" dirty="0" err="1"/>
              <a:t>dataset</a:t>
            </a:r>
            <a:r>
              <a:rPr lang="ko-KR" altLang="ko-KR" sz="1000" dirty="0"/>
              <a:t>/</a:t>
            </a:r>
            <a:r>
              <a:rPr lang="ko-KR" altLang="ko-KR" sz="1000" dirty="0" err="1"/>
              <a:t>raw</a:t>
            </a:r>
            <a:r>
              <a:rPr lang="ko-KR" altLang="ko-KR" sz="1000" dirty="0"/>
              <a:t>/</a:t>
            </a:r>
            <a:r>
              <a:rPr lang="ko-KR" altLang="ko-KR" sz="1000" dirty="0" err="1"/>
              <a:t>checker</a:t>
            </a:r>
            <a:r>
              <a:rPr lang="ko-KR" altLang="ko-KR" sz="1000" dirty="0"/>
              <a:t>"</a:t>
            </a:r>
          </a:p>
          <a:p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/>
              <a:t># 다중 도메인 지원</a:t>
            </a:r>
          </a:p>
          <a:p>
            <a:r>
              <a:rPr lang="ko-KR" altLang="ko-KR" sz="1000" dirty="0"/>
              <a:t>TARGET_DOMAINS = ["</a:t>
            </a:r>
            <a:r>
              <a:rPr lang="ko-KR" altLang="ko-KR" sz="1000" dirty="0" err="1"/>
              <a:t>linkedin.com</a:t>
            </a:r>
            <a:r>
              <a:rPr lang="ko-KR" altLang="ko-KR" sz="1000" dirty="0"/>
              <a:t>", "</a:t>
            </a:r>
            <a:r>
              <a:rPr lang="ko-KR" altLang="ko-KR" sz="1000" dirty="0" err="1"/>
              <a:t>adobe.com</a:t>
            </a:r>
            <a:r>
              <a:rPr lang="ko-KR" altLang="ko-KR" sz="1000" dirty="0"/>
              <a:t>", "</a:t>
            </a:r>
            <a:r>
              <a:rPr lang="ko-KR" altLang="ko-KR" sz="1000" dirty="0" err="1"/>
              <a:t>yahoo.com</a:t>
            </a:r>
            <a:r>
              <a:rPr lang="ko-KR" altLang="ko-KR" sz="1000" dirty="0"/>
              <a:t>"]</a:t>
            </a:r>
          </a:p>
          <a:p>
            <a:r>
              <a:rPr lang="ko-KR" altLang="ko-KR" sz="1000" dirty="0"/>
              <a:t>DEFAULT_LIMIT = 3</a:t>
            </a:r>
          </a:p>
          <a:p>
            <a:br>
              <a:rPr lang="ko-KR" altLang="ko-KR" sz="1000" dirty="0"/>
            </a:br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 err="1"/>
              <a:t>def</a:t>
            </a:r>
            <a:r>
              <a:rPr lang="ko-KR" altLang="ko-KR" sz="1000" dirty="0"/>
              <a:t> </a:t>
            </a:r>
            <a:r>
              <a:rPr lang="ko-KR" altLang="ko-KR" sz="1000" dirty="0" err="1"/>
              <a:t>generate_jwt</a:t>
            </a:r>
            <a:r>
              <a:rPr lang="ko-KR" altLang="ko-KR" sz="1000" dirty="0"/>
              <a:t>(</a:t>
            </a:r>
            <a:r>
              <a:rPr lang="ko-KR" altLang="ko-KR" sz="1000" dirty="0" err="1"/>
              <a:t>access_key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secret_key</a:t>
            </a:r>
            <a:r>
              <a:rPr lang="ko-KR" altLang="ko-KR" sz="1000" dirty="0"/>
              <a:t>):</a:t>
            </a:r>
          </a:p>
          <a:p>
            <a:r>
              <a:rPr lang="ko-KR" altLang="ko-KR" sz="1000" dirty="0"/>
              <a:t>    """</a:t>
            </a:r>
            <a:r>
              <a:rPr lang="ko-KR" altLang="ko-KR" sz="1000" dirty="0" err="1"/>
              <a:t>StealthMole</a:t>
            </a:r>
            <a:r>
              <a:rPr lang="ko-KR" altLang="ko-KR" sz="1000" dirty="0"/>
              <a:t> JWT 토큰 생성 (매 요청마다 새로 생성)"""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payload</a:t>
            </a:r>
            <a:r>
              <a:rPr lang="ko-KR" altLang="ko-KR" sz="1000" dirty="0"/>
              <a:t> = {</a:t>
            </a:r>
          </a:p>
          <a:p>
            <a:r>
              <a:rPr lang="ko-KR" altLang="ko-KR" sz="1000" dirty="0"/>
              <a:t>        "</a:t>
            </a:r>
            <a:r>
              <a:rPr lang="ko-KR" altLang="ko-KR" sz="1000" dirty="0" err="1"/>
              <a:t>access_key</a:t>
            </a:r>
            <a:r>
              <a:rPr lang="ko-KR" altLang="ko-KR" sz="1000" dirty="0"/>
              <a:t>": </a:t>
            </a:r>
            <a:r>
              <a:rPr lang="ko-KR" altLang="ko-KR" sz="1000" dirty="0" err="1"/>
              <a:t>access_key</a:t>
            </a:r>
            <a:r>
              <a:rPr lang="ko-KR" altLang="ko-KR" sz="1000" dirty="0"/>
              <a:t>,</a:t>
            </a:r>
          </a:p>
          <a:p>
            <a:r>
              <a:rPr lang="ko-KR" altLang="ko-KR" sz="1000" dirty="0"/>
              <a:t>        "</a:t>
            </a:r>
            <a:r>
              <a:rPr lang="ko-KR" altLang="ko-KR" sz="1000" dirty="0" err="1"/>
              <a:t>nonce</a:t>
            </a:r>
            <a:r>
              <a:rPr lang="ko-KR" altLang="ko-KR" sz="1000" dirty="0"/>
              <a:t>": </a:t>
            </a:r>
            <a:r>
              <a:rPr lang="ko-KR" altLang="ko-KR" sz="1000" dirty="0" err="1"/>
              <a:t>str</a:t>
            </a:r>
            <a:r>
              <a:rPr lang="ko-KR" altLang="ko-KR" sz="1000" dirty="0"/>
              <a:t>(uuid.uuid4()),</a:t>
            </a:r>
          </a:p>
          <a:p>
            <a:r>
              <a:rPr lang="ko-KR" altLang="ko-KR" sz="1000" dirty="0"/>
              <a:t>        "</a:t>
            </a:r>
            <a:r>
              <a:rPr lang="ko-KR" altLang="ko-KR" sz="1000" dirty="0" err="1"/>
              <a:t>iat</a:t>
            </a:r>
            <a:r>
              <a:rPr lang="ko-KR" altLang="ko-KR" sz="1000" dirty="0"/>
              <a:t>": </a:t>
            </a:r>
            <a:r>
              <a:rPr lang="ko-KR" altLang="ko-KR" sz="1000" dirty="0" err="1"/>
              <a:t>int</a:t>
            </a:r>
            <a:r>
              <a:rPr lang="ko-KR" altLang="ko-KR" sz="1000" dirty="0"/>
              <a:t>(</a:t>
            </a:r>
            <a:r>
              <a:rPr lang="ko-KR" altLang="ko-KR" sz="1000" dirty="0" err="1"/>
              <a:t>datetime.datetime.now</a:t>
            </a:r>
            <a:r>
              <a:rPr lang="ko-KR" altLang="ko-KR" sz="1000" dirty="0"/>
              <a:t>(</a:t>
            </a:r>
            <a:r>
              <a:rPr lang="ko-KR" altLang="ko-KR" sz="1000" dirty="0" err="1"/>
              <a:t>datetime.timezone.utc</a:t>
            </a:r>
            <a:r>
              <a:rPr lang="ko-KR" altLang="ko-KR" sz="1000" dirty="0"/>
              <a:t>).</a:t>
            </a:r>
            <a:r>
              <a:rPr lang="ko-KR" altLang="ko-KR" sz="1000" dirty="0" err="1"/>
              <a:t>timestamp</a:t>
            </a:r>
            <a:r>
              <a:rPr lang="ko-KR" altLang="ko-KR" sz="1000" dirty="0"/>
              <a:t>()),</a:t>
            </a:r>
          </a:p>
          <a:p>
            <a:r>
              <a:rPr lang="ko-KR" altLang="ko-KR" sz="1000" dirty="0"/>
              <a:t>    }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return</a:t>
            </a:r>
            <a:r>
              <a:rPr lang="ko-KR" altLang="ko-KR" sz="1000" dirty="0"/>
              <a:t> </a:t>
            </a:r>
            <a:r>
              <a:rPr lang="ko-KR" altLang="ko-KR" sz="1000" dirty="0" err="1"/>
              <a:t>jwt.encode</a:t>
            </a:r>
            <a:r>
              <a:rPr lang="ko-KR" altLang="ko-KR" sz="1000" dirty="0"/>
              <a:t>(</a:t>
            </a:r>
            <a:r>
              <a:rPr lang="ko-KR" altLang="ko-KR" sz="1000" dirty="0" err="1"/>
              <a:t>payload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secret_key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algorithm</a:t>
            </a:r>
            <a:r>
              <a:rPr lang="ko-KR" altLang="ko-KR" sz="1000" dirty="0"/>
              <a:t>="HS256")</a:t>
            </a:r>
          </a:p>
          <a:p>
            <a:br>
              <a:rPr lang="ko-KR" altLang="ko-KR" sz="1000" dirty="0"/>
            </a:br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 err="1"/>
              <a:t>def</a:t>
            </a:r>
            <a:r>
              <a:rPr lang="ko-KR" altLang="ko-KR" sz="1000" dirty="0"/>
              <a:t> </a:t>
            </a:r>
            <a:r>
              <a:rPr lang="ko-KR" altLang="ko-KR" sz="1000" dirty="0" err="1"/>
              <a:t>get_auth_headers</a:t>
            </a:r>
            <a:r>
              <a:rPr lang="ko-KR" altLang="ko-KR" sz="1000" dirty="0"/>
              <a:t>(</a:t>
            </a:r>
            <a:r>
              <a:rPr lang="ko-KR" altLang="ko-KR" sz="1000" dirty="0" err="1"/>
              <a:t>access_key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secret_key</a:t>
            </a:r>
            <a:r>
              <a:rPr lang="ko-KR" altLang="ko-KR" sz="1000" dirty="0"/>
              <a:t>):</a:t>
            </a:r>
          </a:p>
          <a:p>
            <a:r>
              <a:rPr lang="ko-KR" altLang="ko-KR" sz="1000" dirty="0"/>
              <a:t>    """인증 헤더 생성"""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token</a:t>
            </a:r>
            <a:r>
              <a:rPr lang="ko-KR" altLang="ko-KR" sz="1000" dirty="0"/>
              <a:t> = </a:t>
            </a:r>
            <a:r>
              <a:rPr lang="ko-KR" altLang="ko-KR" sz="1000" dirty="0" err="1"/>
              <a:t>generate_jwt</a:t>
            </a:r>
            <a:r>
              <a:rPr lang="ko-KR" altLang="ko-KR" sz="1000" dirty="0"/>
              <a:t>(</a:t>
            </a:r>
            <a:r>
              <a:rPr lang="ko-KR" altLang="ko-KR" sz="1000" dirty="0" err="1"/>
              <a:t>access_key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secret_key</a:t>
            </a:r>
            <a:r>
              <a:rPr lang="ko-KR" altLang="ko-KR" sz="1000" dirty="0"/>
              <a:t>)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return</a:t>
            </a:r>
            <a:r>
              <a:rPr lang="ko-KR" altLang="ko-KR" sz="1000" dirty="0"/>
              <a:t> {"</a:t>
            </a:r>
            <a:r>
              <a:rPr lang="ko-KR" altLang="ko-KR" sz="1000" dirty="0" err="1"/>
              <a:t>Authorization</a:t>
            </a:r>
            <a:r>
              <a:rPr lang="ko-KR" altLang="ko-KR" sz="1000" dirty="0"/>
              <a:t>": "</a:t>
            </a:r>
            <a:r>
              <a:rPr lang="ko-KR" altLang="ko-KR" sz="1000" dirty="0" err="1"/>
              <a:t>Bearer</a:t>
            </a:r>
            <a:r>
              <a:rPr lang="ko-KR" altLang="ko-KR" sz="1000" dirty="0"/>
              <a:t> " + </a:t>
            </a:r>
            <a:r>
              <a:rPr lang="ko-KR" altLang="ko-KR" sz="1000" dirty="0" err="1"/>
              <a:t>token</a:t>
            </a:r>
            <a:r>
              <a:rPr lang="ko-KR" altLang="ko-KR" sz="1000" dirty="0"/>
              <a:t>}</a:t>
            </a:r>
          </a:p>
          <a:p>
            <a:br>
              <a:rPr lang="ko-KR" altLang="ko-KR" sz="1000" dirty="0"/>
            </a:br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 err="1"/>
              <a:t>def</a:t>
            </a:r>
            <a:r>
              <a:rPr lang="ko-KR" altLang="ko-KR" sz="1000" dirty="0"/>
              <a:t> </a:t>
            </a:r>
            <a:r>
              <a:rPr lang="ko-KR" altLang="ko-KR" sz="1000" dirty="0" err="1"/>
              <a:t>safe_api_call</a:t>
            </a:r>
            <a:r>
              <a:rPr lang="ko-KR" altLang="ko-KR" sz="1000" dirty="0"/>
              <a:t>(</a:t>
            </a:r>
            <a:r>
              <a:rPr lang="ko-KR" altLang="ko-KR" sz="1000" dirty="0" err="1"/>
              <a:t>client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url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headers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timeout</a:t>
            </a:r>
            <a:r>
              <a:rPr lang="ko-KR" altLang="ko-KR" sz="1000" dirty="0"/>
              <a:t>=30):</a:t>
            </a:r>
          </a:p>
          <a:p>
            <a:r>
              <a:rPr lang="ko-KR" altLang="ko-KR" sz="1000" dirty="0"/>
              <a:t>    """API 호출 + 에러 핸들링 + 로깅"""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logger.info</a:t>
            </a:r>
            <a:r>
              <a:rPr lang="ko-KR" altLang="ko-KR" sz="1000" dirty="0"/>
              <a:t>("</a:t>
            </a:r>
            <a:r>
              <a:rPr lang="ko-KR" altLang="ko-KR" sz="1000" dirty="0" err="1"/>
              <a:t>Calling</a:t>
            </a:r>
            <a:r>
              <a:rPr lang="ko-KR" altLang="ko-KR" sz="1000" dirty="0"/>
              <a:t> API: %</a:t>
            </a:r>
            <a:r>
              <a:rPr lang="ko-KR" altLang="ko-KR" sz="1000" dirty="0" err="1"/>
              <a:t>s</a:t>
            </a:r>
            <a:r>
              <a:rPr lang="ko-KR" altLang="ko-KR" sz="1000" dirty="0"/>
              <a:t>", </a:t>
            </a:r>
            <a:r>
              <a:rPr lang="ko-KR" altLang="ko-KR" sz="1000" dirty="0" err="1"/>
              <a:t>url</a:t>
            </a:r>
            <a:r>
              <a:rPr lang="ko-KR" altLang="ko-KR" sz="1000" dirty="0"/>
              <a:t>)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try</a:t>
            </a:r>
            <a:r>
              <a:rPr lang="ko-KR" altLang="ko-KR" sz="1000" dirty="0"/>
              <a:t>:</a:t>
            </a:r>
          </a:p>
          <a:p>
            <a:r>
              <a:rPr lang="ko-KR" altLang="ko-KR" sz="1000" dirty="0"/>
              <a:t>        </a:t>
            </a:r>
            <a:r>
              <a:rPr lang="ko-KR" altLang="ko-KR" sz="1000" dirty="0" err="1"/>
              <a:t>response</a:t>
            </a:r>
            <a:r>
              <a:rPr lang="ko-KR" altLang="ko-KR" sz="1000" dirty="0"/>
              <a:t> = </a:t>
            </a:r>
            <a:r>
              <a:rPr lang="ko-KR" altLang="ko-KR" sz="1000" dirty="0" err="1"/>
              <a:t>client.get</a:t>
            </a:r>
            <a:r>
              <a:rPr lang="ko-KR" altLang="ko-KR" sz="1000" dirty="0"/>
              <a:t>(</a:t>
            </a:r>
            <a:r>
              <a:rPr lang="ko-KR" altLang="ko-KR" sz="1000" dirty="0" err="1"/>
              <a:t>url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headers</a:t>
            </a:r>
            <a:r>
              <a:rPr lang="ko-KR" altLang="ko-KR" sz="1000" dirty="0"/>
              <a:t>=</a:t>
            </a:r>
            <a:r>
              <a:rPr lang="ko-KR" altLang="ko-KR" sz="1000" dirty="0" err="1"/>
              <a:t>headers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timeout</a:t>
            </a:r>
            <a:r>
              <a:rPr lang="ko-KR" altLang="ko-KR" sz="1000" dirty="0"/>
              <a:t>=</a:t>
            </a:r>
            <a:r>
              <a:rPr lang="ko-KR" altLang="ko-KR" sz="1000" dirty="0" err="1"/>
              <a:t>timeout</a:t>
            </a:r>
            <a:r>
              <a:rPr lang="ko-KR" altLang="ko-KR" sz="1000" dirty="0"/>
              <a:t>)</a:t>
            </a:r>
          </a:p>
          <a:p>
            <a:r>
              <a:rPr lang="ko-KR" altLang="ko-KR" sz="1000" dirty="0"/>
              <a:t>        </a:t>
            </a:r>
            <a:r>
              <a:rPr lang="ko-KR" altLang="ko-KR" sz="1000" dirty="0" err="1"/>
              <a:t>logger.info</a:t>
            </a:r>
            <a:r>
              <a:rPr lang="ko-KR" altLang="ko-KR" sz="1000" dirty="0"/>
              <a:t>("</a:t>
            </a:r>
            <a:r>
              <a:rPr lang="ko-KR" altLang="ko-KR" sz="1000" dirty="0" err="1"/>
              <a:t>Status</a:t>
            </a:r>
            <a:r>
              <a:rPr lang="ko-KR" altLang="ko-KR" sz="1000" dirty="0"/>
              <a:t>: %</a:t>
            </a:r>
            <a:r>
              <a:rPr lang="ko-KR" altLang="ko-KR" sz="1000" dirty="0" err="1"/>
              <a:t>s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Size</a:t>
            </a:r>
            <a:r>
              <a:rPr lang="ko-KR" altLang="ko-KR" sz="1000" dirty="0"/>
              <a:t>: %</a:t>
            </a:r>
            <a:r>
              <a:rPr lang="ko-KR" altLang="ko-KR" sz="1000" dirty="0" err="1"/>
              <a:t>s</a:t>
            </a:r>
            <a:r>
              <a:rPr lang="ko-KR" altLang="ko-KR" sz="1000" dirty="0"/>
              <a:t> </a:t>
            </a:r>
            <a:r>
              <a:rPr lang="ko-KR" altLang="ko-KR" sz="1000" dirty="0" err="1"/>
              <a:t>bytes</a:t>
            </a:r>
            <a:r>
              <a:rPr lang="ko-KR" altLang="ko-KR" sz="1000" dirty="0"/>
              <a:t>", </a:t>
            </a:r>
            <a:r>
              <a:rPr lang="ko-KR" altLang="ko-KR" sz="1000" dirty="0" err="1"/>
              <a:t>response.status_code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len</a:t>
            </a:r>
            <a:r>
              <a:rPr lang="ko-KR" altLang="ko-KR" sz="1000" dirty="0"/>
              <a:t>(</a:t>
            </a:r>
            <a:r>
              <a:rPr lang="ko-KR" altLang="ko-KR" sz="1000" dirty="0" err="1"/>
              <a:t>response.text</a:t>
            </a:r>
            <a:r>
              <a:rPr lang="ko-KR" altLang="ko-KR" sz="1000" dirty="0"/>
              <a:t>))</a:t>
            </a:r>
          </a:p>
          <a:p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/>
              <a:t>        </a:t>
            </a:r>
            <a:r>
              <a:rPr lang="ko-KR" altLang="ko-KR" sz="1000" dirty="0" err="1"/>
              <a:t>if</a:t>
            </a:r>
            <a:r>
              <a:rPr lang="ko-KR" altLang="ko-KR" sz="1000" dirty="0"/>
              <a:t> </a:t>
            </a:r>
            <a:r>
              <a:rPr lang="ko-KR" altLang="ko-KR" sz="1000" dirty="0" err="1"/>
              <a:t>response.status_code</a:t>
            </a:r>
            <a:r>
              <a:rPr lang="ko-KR" altLang="ko-KR" sz="1000" dirty="0"/>
              <a:t> </a:t>
            </a:r>
            <a:r>
              <a:rPr lang="ko-KR" altLang="ko-KR" sz="1000" dirty="0" err="1"/>
              <a:t>in</a:t>
            </a:r>
            <a:r>
              <a:rPr lang="ko-KR" altLang="ko-KR" sz="1000" dirty="0"/>
              <a:t> (200, 202):</a:t>
            </a:r>
          </a:p>
          <a:p>
            <a:r>
              <a:rPr lang="ko-KR" altLang="ko-KR" sz="1000" dirty="0"/>
              <a:t>            </a:t>
            </a:r>
            <a:r>
              <a:rPr lang="ko-KR" altLang="ko-KR" sz="1000" dirty="0" err="1"/>
              <a:t>return</a:t>
            </a:r>
            <a:r>
              <a:rPr lang="ko-KR" altLang="ko-KR" sz="1000" dirty="0"/>
              <a:t> </a:t>
            </a:r>
            <a:r>
              <a:rPr lang="ko-KR" altLang="ko-KR" sz="1000" dirty="0" err="1"/>
              <a:t>response.json</a:t>
            </a:r>
            <a:r>
              <a:rPr lang="ko-KR" altLang="ko-KR" sz="1000" dirty="0"/>
              <a:t>(), </a:t>
            </a:r>
            <a:r>
              <a:rPr lang="ko-KR" altLang="ko-KR" sz="1000" dirty="0" err="1"/>
              <a:t>None</a:t>
            </a:r>
            <a:endParaRPr lang="ko-KR" altLang="ko-KR" sz="1000" dirty="0"/>
          </a:p>
          <a:p>
            <a:r>
              <a:rPr lang="ko-KR" altLang="ko-KR" sz="1000" dirty="0"/>
              <a:t>        </a:t>
            </a:r>
            <a:r>
              <a:rPr lang="ko-KR" altLang="ko-KR" sz="1000" dirty="0" err="1"/>
              <a:t>else</a:t>
            </a:r>
            <a:r>
              <a:rPr lang="ko-KR" altLang="ko-KR" sz="1000" dirty="0"/>
              <a:t>:</a:t>
            </a:r>
          </a:p>
          <a:p>
            <a:r>
              <a:rPr lang="ko-KR" altLang="ko-KR" sz="1000" dirty="0"/>
              <a:t>            </a:t>
            </a:r>
            <a:r>
              <a:rPr lang="ko-KR" altLang="ko-KR" sz="1000" dirty="0" err="1"/>
              <a:t>error_msg</a:t>
            </a:r>
            <a:r>
              <a:rPr lang="ko-KR" altLang="ko-KR" sz="1000" dirty="0"/>
              <a:t> = "HTTP {}: {}".</a:t>
            </a:r>
            <a:r>
              <a:rPr lang="ko-KR" altLang="ko-KR" sz="1000" dirty="0" err="1"/>
              <a:t>format</a:t>
            </a:r>
            <a:r>
              <a:rPr lang="ko-KR" altLang="ko-KR" sz="1000" dirty="0"/>
              <a:t>(</a:t>
            </a:r>
            <a:r>
              <a:rPr lang="ko-KR" altLang="ko-KR" sz="1000" dirty="0" err="1"/>
              <a:t>response.status_code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response.text</a:t>
            </a:r>
            <a:r>
              <a:rPr lang="ko-KR" altLang="ko-KR" sz="1000" dirty="0"/>
              <a:t>[:500])</a:t>
            </a:r>
          </a:p>
          <a:p>
            <a:r>
              <a:rPr lang="ko-KR" altLang="ko-KR" sz="1000" dirty="0"/>
              <a:t>            </a:t>
            </a:r>
            <a:r>
              <a:rPr lang="ko-KR" altLang="ko-KR" sz="1000" dirty="0" err="1"/>
              <a:t>logger.error</a:t>
            </a:r>
            <a:r>
              <a:rPr lang="ko-KR" altLang="ko-KR" sz="1000" dirty="0"/>
              <a:t>(</a:t>
            </a:r>
            <a:r>
              <a:rPr lang="ko-KR" altLang="ko-KR" sz="1000" dirty="0" err="1"/>
              <a:t>error_msg</a:t>
            </a:r>
            <a:r>
              <a:rPr lang="ko-KR" altLang="ko-KR" sz="1000" dirty="0"/>
              <a:t>)</a:t>
            </a:r>
          </a:p>
          <a:p>
            <a:r>
              <a:rPr lang="ko-KR" altLang="ko-KR" sz="1000" dirty="0"/>
              <a:t>            </a:t>
            </a:r>
            <a:r>
              <a:rPr lang="ko-KR" altLang="ko-KR" sz="1000" dirty="0" err="1"/>
              <a:t>return</a:t>
            </a:r>
            <a:r>
              <a:rPr lang="ko-KR" altLang="ko-KR" sz="1000" dirty="0"/>
              <a:t> </a:t>
            </a:r>
            <a:r>
              <a:rPr lang="ko-KR" altLang="ko-KR" sz="1000" dirty="0" err="1"/>
              <a:t>None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error_msg</a:t>
            </a:r>
            <a:endParaRPr lang="ko-KR" altLang="ko-KR" sz="1000" dirty="0"/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except</a:t>
            </a:r>
            <a:r>
              <a:rPr lang="ko-KR" altLang="ko-KR" sz="1000" dirty="0"/>
              <a:t> </a:t>
            </a:r>
            <a:r>
              <a:rPr lang="ko-KR" altLang="ko-KR" sz="1000" dirty="0" err="1"/>
              <a:t>Exception</a:t>
            </a:r>
            <a:r>
              <a:rPr lang="ko-KR" altLang="ko-KR" sz="1000" dirty="0"/>
              <a:t> </a:t>
            </a:r>
            <a:r>
              <a:rPr lang="ko-KR" altLang="ko-KR" sz="1000" dirty="0" err="1"/>
              <a:t>as</a:t>
            </a:r>
            <a:r>
              <a:rPr lang="ko-KR" altLang="ko-KR" sz="1000" dirty="0"/>
              <a:t> e:</a:t>
            </a:r>
          </a:p>
          <a:p>
            <a:r>
              <a:rPr lang="ko-KR" altLang="ko-KR" sz="1000" dirty="0"/>
              <a:t>        </a:t>
            </a:r>
            <a:r>
              <a:rPr lang="ko-KR" altLang="ko-KR" sz="1000" dirty="0" err="1"/>
              <a:t>error_msg</a:t>
            </a:r>
            <a:r>
              <a:rPr lang="ko-KR" altLang="ko-KR" sz="1000" dirty="0"/>
              <a:t> = "</a:t>
            </a:r>
            <a:r>
              <a:rPr lang="ko-KR" altLang="ko-KR" sz="1000" dirty="0" err="1"/>
              <a:t>Exception</a:t>
            </a:r>
            <a:r>
              <a:rPr lang="ko-KR" altLang="ko-KR" sz="1000" dirty="0"/>
              <a:t>: {}".</a:t>
            </a:r>
            <a:r>
              <a:rPr lang="ko-KR" altLang="ko-KR" sz="1000" dirty="0" err="1"/>
              <a:t>format</a:t>
            </a:r>
            <a:r>
              <a:rPr lang="ko-KR" altLang="ko-KR" sz="1000" dirty="0"/>
              <a:t>(</a:t>
            </a:r>
            <a:r>
              <a:rPr lang="ko-KR" altLang="ko-KR" sz="1000" dirty="0" err="1"/>
              <a:t>str</a:t>
            </a:r>
            <a:r>
              <a:rPr lang="ko-KR" altLang="ko-KR" sz="1000" dirty="0"/>
              <a:t>(</a:t>
            </a:r>
            <a:r>
              <a:rPr lang="ko-KR" altLang="ko-KR" sz="1000" dirty="0" err="1"/>
              <a:t>e</a:t>
            </a:r>
            <a:r>
              <a:rPr lang="ko-KR" altLang="ko-KR" sz="1000" dirty="0"/>
              <a:t>))</a:t>
            </a:r>
          </a:p>
          <a:p>
            <a:r>
              <a:rPr lang="ko-KR" altLang="ko-KR" sz="1000" dirty="0"/>
              <a:t>        </a:t>
            </a:r>
            <a:r>
              <a:rPr lang="ko-KR" altLang="ko-KR" sz="1000" dirty="0" err="1"/>
              <a:t>logger.error</a:t>
            </a:r>
            <a:r>
              <a:rPr lang="ko-KR" altLang="ko-KR" sz="1000" dirty="0"/>
              <a:t>(</a:t>
            </a:r>
            <a:r>
              <a:rPr lang="ko-KR" altLang="ko-KR" sz="1000" dirty="0" err="1"/>
              <a:t>error_msg</a:t>
            </a:r>
            <a:r>
              <a:rPr lang="ko-KR" altLang="ko-KR" sz="1000" dirty="0"/>
              <a:t>)</a:t>
            </a:r>
          </a:p>
          <a:p>
            <a:r>
              <a:rPr lang="ko-KR" altLang="ko-KR" sz="1000" dirty="0"/>
              <a:t>        </a:t>
            </a:r>
            <a:r>
              <a:rPr lang="ko-KR" altLang="ko-KR" sz="1000" dirty="0" err="1"/>
              <a:t>return</a:t>
            </a:r>
            <a:r>
              <a:rPr lang="ko-KR" altLang="ko-KR" sz="1000" dirty="0"/>
              <a:t> </a:t>
            </a:r>
            <a:r>
              <a:rPr lang="ko-KR" altLang="ko-KR" sz="1000" dirty="0" err="1"/>
              <a:t>None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error_msg</a:t>
            </a:r>
            <a:endParaRPr lang="ko-KR" altLang="ko-KR" sz="1000" dirty="0"/>
          </a:p>
          <a:p>
            <a:br>
              <a:rPr lang="ko-KR" altLang="ko-KR" sz="1000" dirty="0"/>
            </a:br>
            <a:br>
              <a:rPr lang="ko-KR" altLang="ko-KR" sz="1000" dirty="0"/>
            </a:br>
            <a:endParaRPr lang="ko-KR" altLang="ko-KR" sz="1000" dirty="0"/>
          </a:p>
          <a:p>
            <a:r>
              <a:rPr lang="ko-KR" altLang="ko-KR" sz="1000" dirty="0" err="1"/>
              <a:t>def</a:t>
            </a:r>
            <a:r>
              <a:rPr lang="ko-KR" altLang="ko-KR" sz="1000" dirty="0"/>
              <a:t> </a:t>
            </a:r>
            <a:r>
              <a:rPr lang="ko-KR" altLang="ko-KR" sz="1000" dirty="0" err="1"/>
              <a:t>get_stealthmole_connection</a:t>
            </a:r>
            <a:r>
              <a:rPr lang="ko-KR" altLang="ko-KR" sz="1000" dirty="0"/>
              <a:t>(</a:t>
            </a:r>
            <a:r>
              <a:rPr lang="ko-KR" altLang="ko-KR" sz="1000" dirty="0" err="1"/>
              <a:t>source</a:t>
            </a:r>
            <a:r>
              <a:rPr lang="ko-KR" altLang="ko-KR" sz="1000" dirty="0"/>
              <a:t>):</a:t>
            </a:r>
          </a:p>
          <a:p>
            <a:r>
              <a:rPr lang="ko-KR" altLang="ko-KR" sz="1000" dirty="0"/>
              <a:t>    """Data </a:t>
            </a:r>
            <a:r>
              <a:rPr lang="ko-KR" altLang="ko-KR" sz="1000" dirty="0" err="1"/>
              <a:t>Connection</a:t>
            </a:r>
            <a:r>
              <a:rPr lang="ko-KR" altLang="ko-KR" sz="1000" dirty="0"/>
              <a:t> </a:t>
            </a:r>
            <a:r>
              <a:rPr lang="ko-KR" altLang="ko-KR" sz="1000" dirty="0" err="1"/>
              <a:t>Source에서</a:t>
            </a:r>
            <a:r>
              <a:rPr lang="ko-KR" altLang="ko-KR" sz="1000" dirty="0"/>
              <a:t> </a:t>
            </a:r>
            <a:r>
              <a:rPr lang="ko-KR" altLang="ko-KR" sz="1000" dirty="0" err="1"/>
              <a:t>client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base_url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access_key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secret_key</a:t>
            </a:r>
            <a:r>
              <a:rPr lang="ko-KR" altLang="ko-KR" sz="1000" dirty="0"/>
              <a:t> 추출"""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client</a:t>
            </a:r>
            <a:r>
              <a:rPr lang="ko-KR" altLang="ko-KR" sz="1000" dirty="0"/>
              <a:t> = </a:t>
            </a:r>
            <a:r>
              <a:rPr lang="ko-KR" altLang="ko-KR" sz="1000" dirty="0" err="1"/>
              <a:t>source.get_https_connection</a:t>
            </a:r>
            <a:r>
              <a:rPr lang="ko-KR" altLang="ko-KR" sz="1000" dirty="0"/>
              <a:t>().</a:t>
            </a:r>
            <a:r>
              <a:rPr lang="ko-KR" altLang="ko-KR" sz="1000" dirty="0" err="1"/>
              <a:t>get_client</a:t>
            </a:r>
            <a:r>
              <a:rPr lang="ko-KR" altLang="ko-KR" sz="1000" dirty="0"/>
              <a:t>()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base_url</a:t>
            </a:r>
            <a:r>
              <a:rPr lang="ko-KR" altLang="ko-KR" sz="1000" dirty="0"/>
              <a:t> = source.get_https_connection().url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access_key</a:t>
            </a:r>
            <a:r>
              <a:rPr lang="ko-KR" altLang="ko-KR" sz="1000" dirty="0"/>
              <a:t> = </a:t>
            </a:r>
            <a:r>
              <a:rPr lang="ko-KR" altLang="ko-KR" sz="1000" dirty="0" err="1"/>
              <a:t>source.get_secret</a:t>
            </a:r>
            <a:r>
              <a:rPr lang="ko-KR" altLang="ko-KR" sz="1000" dirty="0"/>
              <a:t>("</a:t>
            </a:r>
            <a:r>
              <a:rPr lang="ko-KR" altLang="ko-KR" sz="1000" dirty="0" err="1"/>
              <a:t>additionalSecretAccessKey</a:t>
            </a:r>
            <a:r>
              <a:rPr lang="ko-KR" altLang="ko-KR" sz="1000" dirty="0"/>
              <a:t>")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secret_key</a:t>
            </a:r>
            <a:r>
              <a:rPr lang="ko-KR" altLang="ko-KR" sz="1000" dirty="0"/>
              <a:t> = </a:t>
            </a:r>
            <a:r>
              <a:rPr lang="ko-KR" altLang="ko-KR" sz="1000" dirty="0" err="1"/>
              <a:t>source.get_secret</a:t>
            </a:r>
            <a:r>
              <a:rPr lang="ko-KR" altLang="ko-KR" sz="1000" dirty="0"/>
              <a:t>("</a:t>
            </a:r>
            <a:r>
              <a:rPr lang="ko-KR" altLang="ko-KR" sz="1000" dirty="0" err="1"/>
              <a:t>additionalSecretSecretKey</a:t>
            </a:r>
            <a:r>
              <a:rPr lang="ko-KR" altLang="ko-KR" sz="1000" dirty="0"/>
              <a:t>")</a:t>
            </a:r>
          </a:p>
          <a:p>
            <a:r>
              <a:rPr lang="ko-KR" altLang="ko-KR" sz="1000" dirty="0"/>
              <a:t>    </a:t>
            </a:r>
            <a:r>
              <a:rPr lang="ko-KR" altLang="ko-KR" sz="1000" dirty="0" err="1"/>
              <a:t>return</a:t>
            </a:r>
            <a:r>
              <a:rPr lang="ko-KR" altLang="ko-KR" sz="1000" dirty="0"/>
              <a:t> </a:t>
            </a:r>
            <a:r>
              <a:rPr lang="ko-KR" altLang="ko-KR" sz="1000" dirty="0" err="1"/>
              <a:t>client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base_url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access_key</a:t>
            </a:r>
            <a:r>
              <a:rPr lang="ko-KR" altLang="ko-KR" sz="1000" dirty="0"/>
              <a:t>, </a:t>
            </a:r>
            <a:r>
              <a:rPr lang="ko-KR" altLang="ko-KR" sz="1000" dirty="0" err="1"/>
              <a:t>secret_key</a:t>
            </a:r>
            <a:endParaRPr lang="ko-KR" altLang="ko-KR" sz="1000" dirty="0"/>
          </a:p>
          <a:p>
            <a:br>
              <a:rPr lang="ko-KR" altLang="ko-KR" sz="1000" dirty="0"/>
            </a:br>
            <a:endParaRPr lang="ko-KR" altLang="ko-KR" sz="1000" dirty="0"/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122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5FD6-55C3-7FF3-8D88-273D9EF2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31A8D09-E285-D174-E15C-C31A8FF58590}"/>
              </a:ext>
            </a:extLst>
          </p:cNvPr>
          <p:cNvSpPr/>
          <p:nvPr/>
        </p:nvSpPr>
        <p:spPr>
          <a:xfrm>
            <a:off x="822960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2561378-03E2-DDE8-2899-7AF4A46B245F}"/>
              </a:ext>
            </a:extLst>
          </p:cNvPr>
          <p:cNvSpPr/>
          <p:nvPr/>
        </p:nvSpPr>
        <p:spPr>
          <a:xfrm>
            <a:off x="342900" y="28575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dirty="0">
                <a:latin typeface="+mn-ea"/>
              </a:rPr>
              <a:t>checkers.py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DC8E005-3B2E-0A80-56F5-BD74639554F7}"/>
              </a:ext>
            </a:extLst>
          </p:cNvPr>
          <p:cNvSpPr/>
          <p:nvPr/>
        </p:nvSpPr>
        <p:spPr>
          <a:xfrm>
            <a:off x="323850" y="666750"/>
            <a:ext cx="8496300" cy="0"/>
          </a:xfrm>
          <a:prstGeom prst="line">
            <a:avLst/>
          </a:prstGeom>
          <a:noFill/>
          <a:ln w="4524">
            <a:solidFill>
              <a:srgbClr val="C4C4C4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B7C0B-1F37-398C-3272-7DEA9CD6E89D}"/>
              </a:ext>
            </a:extLst>
          </p:cNvPr>
          <p:cNvSpPr txBox="1"/>
          <p:nvPr/>
        </p:nvSpPr>
        <p:spPr>
          <a:xfrm>
            <a:off x="607273" y="942325"/>
            <a:ext cx="4481258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import pandas as pd</a:t>
            </a:r>
          </a:p>
          <a:p>
            <a:r>
              <a:rPr lang="en-US" sz="1000" dirty="0"/>
              <a:t>import logging</a:t>
            </a:r>
          </a:p>
          <a:p>
            <a:r>
              <a:rPr lang="en-US" sz="1000" dirty="0"/>
              <a:t>from </a:t>
            </a:r>
            <a:r>
              <a:rPr lang="en-US" sz="1000" dirty="0" err="1"/>
              <a:t>transforms.api</a:t>
            </a:r>
            <a:r>
              <a:rPr lang="en-US" sz="1000" dirty="0"/>
              <a:t> import </a:t>
            </a:r>
            <a:r>
              <a:rPr lang="en-US" sz="1000" dirty="0" err="1"/>
              <a:t>transform_pandas</a:t>
            </a:r>
            <a:r>
              <a:rPr lang="en-US" sz="1000" dirty="0"/>
              <a:t>, Output</a:t>
            </a:r>
          </a:p>
          <a:p>
            <a:r>
              <a:rPr lang="en-US" sz="1000" dirty="0"/>
              <a:t>from </a:t>
            </a:r>
            <a:r>
              <a:rPr lang="en-US" sz="1000" dirty="0" err="1"/>
              <a:t>transforms.external.systems</a:t>
            </a:r>
            <a:r>
              <a:rPr lang="en-US" sz="1000" dirty="0"/>
              <a:t> import </a:t>
            </a:r>
            <a:r>
              <a:rPr lang="en-US" sz="1000" dirty="0" err="1"/>
              <a:t>external_systems</a:t>
            </a:r>
            <a:r>
              <a:rPr lang="en-US" sz="1000" dirty="0"/>
              <a:t>, Source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from </a:t>
            </a:r>
            <a:r>
              <a:rPr lang="en-US" sz="1000" dirty="0" err="1"/>
              <a:t>myproject.datasets.helpers</a:t>
            </a:r>
            <a:r>
              <a:rPr lang="en-US" sz="1000" dirty="0"/>
              <a:t> import (</a:t>
            </a:r>
          </a:p>
          <a:p>
            <a:r>
              <a:rPr lang="en-US" sz="1000" dirty="0"/>
              <a:t>SOURCE_RID,</a:t>
            </a:r>
          </a:p>
          <a:p>
            <a:r>
              <a:rPr lang="en-US" sz="1000" dirty="0"/>
              <a:t>OUTPUT_PATH,</a:t>
            </a:r>
          </a:p>
          <a:p>
            <a:r>
              <a:rPr lang="en-US" sz="1000" dirty="0" err="1"/>
              <a:t>get_auth_headers</a:t>
            </a:r>
            <a:r>
              <a:rPr lang="en-US" sz="1000" dirty="0"/>
              <a:t>,</a:t>
            </a:r>
          </a:p>
          <a:p>
            <a:r>
              <a:rPr lang="en-US" sz="1000" dirty="0" err="1"/>
              <a:t>get_stealthmole_connection</a:t>
            </a:r>
            <a:r>
              <a:rPr lang="en-US" sz="1000" dirty="0"/>
              <a:t>,</a:t>
            </a:r>
          </a:p>
          <a:p>
            <a:r>
              <a:rPr lang="en-US" sz="1000" dirty="0"/>
              <a:t>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logger = </a:t>
            </a:r>
            <a:r>
              <a:rPr lang="en-US" sz="1000" dirty="0" err="1"/>
              <a:t>logging.getLogger</a:t>
            </a:r>
            <a:r>
              <a:rPr lang="en-US" sz="1000" dirty="0"/>
              <a:t>(__name__)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@</a:t>
            </a:r>
            <a:r>
              <a:rPr lang="en-US" sz="1000" dirty="0" err="1"/>
              <a:t>external_systems</a:t>
            </a:r>
            <a:r>
              <a:rPr lang="en-US" sz="1000" dirty="0"/>
              <a:t>(</a:t>
            </a:r>
            <a:r>
              <a:rPr lang="en-US" sz="1000" dirty="0" err="1"/>
              <a:t>stealthmole</a:t>
            </a:r>
            <a:r>
              <a:rPr lang="en-US" sz="1000" dirty="0"/>
              <a:t>=Source(SOURCE_RID))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transform_pandas</a:t>
            </a:r>
            <a:r>
              <a:rPr lang="en-US" sz="1000" dirty="0"/>
              <a:t>(Output(OUTPUT_PATH))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fetch_stealthmole</a:t>
            </a:r>
            <a:r>
              <a:rPr lang="en-US" sz="1000" dirty="0"/>
              <a:t>(</a:t>
            </a:r>
            <a:r>
              <a:rPr lang="en-US" sz="1000" dirty="0" err="1"/>
              <a:t>stealthmole</a:t>
            </a:r>
            <a:r>
              <a:rPr lang="en-US" sz="1000" dirty="0"/>
              <a:t>):</a:t>
            </a:r>
          </a:p>
          <a:p>
            <a:r>
              <a:rPr lang="en-US" sz="1000" dirty="0"/>
              <a:t>client, </a:t>
            </a:r>
            <a:r>
              <a:rPr lang="en-US" sz="1000" dirty="0" err="1"/>
              <a:t>base_url</a:t>
            </a:r>
            <a:r>
              <a:rPr lang="en-US" sz="1000" dirty="0"/>
              <a:t>, </a:t>
            </a:r>
            <a:r>
              <a:rPr lang="en-US" sz="1000" dirty="0" err="1"/>
              <a:t>access_key</a:t>
            </a:r>
            <a:r>
              <a:rPr lang="en-US" sz="1000" dirty="0"/>
              <a:t>, </a:t>
            </a:r>
            <a:r>
              <a:rPr lang="en-US" sz="1000" dirty="0" err="1"/>
              <a:t>secret_key</a:t>
            </a:r>
            <a:r>
              <a:rPr lang="en-US" sz="1000" dirty="0"/>
              <a:t> = </a:t>
            </a:r>
            <a:r>
              <a:rPr lang="en-US" sz="1000" dirty="0" err="1"/>
              <a:t>get_stealthmole_connection</a:t>
            </a:r>
            <a:r>
              <a:rPr lang="en-US" sz="1000" dirty="0"/>
              <a:t>(</a:t>
            </a:r>
            <a:r>
              <a:rPr lang="en-US" sz="1000" dirty="0" err="1"/>
              <a:t>stealthmole</a:t>
            </a:r>
            <a:r>
              <a:rPr lang="en-US" sz="1000" dirty="0"/>
              <a:t>)</a:t>
            </a:r>
          </a:p>
          <a:p>
            <a:r>
              <a:rPr lang="en-US" sz="1000" dirty="0"/>
              <a:t>headers = </a:t>
            </a:r>
            <a:r>
              <a:rPr lang="en-US" sz="1000" dirty="0" err="1"/>
              <a:t>get_auth_headers</a:t>
            </a:r>
            <a:r>
              <a:rPr lang="en-US" sz="1000" dirty="0"/>
              <a:t>(</a:t>
            </a:r>
            <a:r>
              <a:rPr lang="en-US" sz="1000" dirty="0" err="1"/>
              <a:t>access_key</a:t>
            </a:r>
            <a:r>
              <a:rPr lang="en-US" sz="1000" dirty="0"/>
              <a:t>, </a:t>
            </a:r>
            <a:r>
              <a:rPr lang="en-US" sz="1000" dirty="0" err="1"/>
              <a:t>secret_key</a:t>
            </a:r>
            <a:r>
              <a:rPr lang="en-US" sz="1000" dirty="0"/>
              <a:t>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response = </a:t>
            </a:r>
            <a:r>
              <a:rPr lang="en-US" sz="1000" dirty="0" err="1"/>
              <a:t>client.get</a:t>
            </a:r>
            <a:r>
              <a:rPr lang="en-US" sz="1000" dirty="0"/>
              <a:t>(</a:t>
            </a:r>
          </a:p>
          <a:p>
            <a:r>
              <a:rPr lang="en-US" sz="1000" dirty="0" err="1"/>
              <a:t>base_url</a:t>
            </a:r>
            <a:r>
              <a:rPr lang="en-US" sz="1000" dirty="0"/>
              <a:t> + "/user/quotas",</a:t>
            </a:r>
          </a:p>
          <a:p>
            <a:r>
              <a:rPr lang="en-US" sz="1000" dirty="0"/>
              <a:t>headers=headers,</a:t>
            </a:r>
          </a:p>
          <a:p>
            <a:r>
              <a:rPr lang="en-US" sz="1000" dirty="0"/>
              <a:t>timeout=30,</a:t>
            </a:r>
          </a:p>
          <a:p>
            <a:r>
              <a:rPr lang="en-US" sz="1000" dirty="0"/>
              <a:t>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 err="1"/>
              <a:t>logger.info</a:t>
            </a:r>
            <a:r>
              <a:rPr lang="en-US" sz="1000" dirty="0"/>
              <a:t>("Status code: %s", </a:t>
            </a:r>
            <a:r>
              <a:rPr lang="en-US" sz="1000" dirty="0" err="1"/>
              <a:t>response.status_code</a:t>
            </a:r>
            <a:r>
              <a:rPr lang="en-US" sz="1000" dirty="0"/>
              <a:t>)</a:t>
            </a:r>
          </a:p>
          <a:p>
            <a:r>
              <a:rPr lang="en-US" sz="1000" dirty="0" err="1"/>
              <a:t>logger.info</a:t>
            </a:r>
            <a:r>
              <a:rPr lang="en-US" sz="1000" dirty="0"/>
              <a:t>("Response: %s", </a:t>
            </a:r>
            <a:r>
              <a:rPr lang="en-US" sz="1000" dirty="0" err="1"/>
              <a:t>response.text</a:t>
            </a:r>
            <a:r>
              <a:rPr lang="en-US" sz="1000" dirty="0"/>
              <a:t>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if </a:t>
            </a:r>
            <a:r>
              <a:rPr lang="en-US" sz="1000" dirty="0" err="1"/>
              <a:t>response.status_code</a:t>
            </a:r>
            <a:r>
              <a:rPr lang="en-US" sz="1000" dirty="0"/>
              <a:t> == 200:</a:t>
            </a:r>
          </a:p>
          <a:p>
            <a:r>
              <a:rPr lang="en-US" sz="1000" dirty="0"/>
              <a:t>data = </a:t>
            </a:r>
            <a:r>
              <a:rPr lang="en-US" sz="1000" dirty="0" err="1"/>
              <a:t>response.json</a:t>
            </a:r>
            <a:r>
              <a:rPr lang="en-US" sz="1000" dirty="0"/>
              <a:t>()</a:t>
            </a:r>
          </a:p>
          <a:p>
            <a:r>
              <a:rPr lang="en-US" sz="1000" dirty="0"/>
              <a:t>rows = [{"service": s, "allowed": </a:t>
            </a:r>
            <a:r>
              <a:rPr lang="en-US" sz="1000" dirty="0" err="1"/>
              <a:t>i.get</a:t>
            </a:r>
            <a:r>
              <a:rPr lang="en-US" sz="1000" dirty="0"/>
              <a:t>("allowed"), "used": </a:t>
            </a:r>
            <a:r>
              <a:rPr lang="en-US" sz="1000" dirty="0" err="1"/>
              <a:t>i.get</a:t>
            </a:r>
            <a:r>
              <a:rPr lang="en-US" sz="1000" dirty="0"/>
              <a:t>("used")} for s, </a:t>
            </a:r>
            <a:r>
              <a:rPr lang="en-US" sz="1000" dirty="0" err="1"/>
              <a:t>i</a:t>
            </a:r>
            <a:r>
              <a:rPr lang="en-US" sz="1000" dirty="0"/>
              <a:t> in </a:t>
            </a:r>
            <a:r>
              <a:rPr lang="en-US" sz="1000" dirty="0" err="1"/>
              <a:t>data.items</a:t>
            </a:r>
            <a:r>
              <a:rPr lang="en-US" sz="1000" dirty="0"/>
              <a:t>()]</a:t>
            </a:r>
          </a:p>
          <a:p>
            <a:r>
              <a:rPr lang="en-US" sz="1000" dirty="0"/>
              <a:t>return </a:t>
            </a:r>
            <a:r>
              <a:rPr lang="en-US" sz="1000" dirty="0" err="1"/>
              <a:t>pd.DataFrame</a:t>
            </a:r>
            <a:r>
              <a:rPr lang="en-US" sz="1000" dirty="0"/>
              <a:t>(rows)</a:t>
            </a:r>
          </a:p>
          <a:p>
            <a:r>
              <a:rPr lang="en-US" sz="1000" dirty="0"/>
              <a:t>else:</a:t>
            </a:r>
          </a:p>
          <a:p>
            <a:r>
              <a:rPr lang="en-US" sz="1000" dirty="0"/>
              <a:t>return </a:t>
            </a:r>
            <a:r>
              <a:rPr lang="en-US" sz="1000" dirty="0" err="1"/>
              <a:t>pd.DataFrame</a:t>
            </a:r>
            <a:r>
              <a:rPr lang="en-US" sz="1000" dirty="0"/>
              <a:t>(</a:t>
            </a:r>
          </a:p>
          <a:p>
            <a:r>
              <a:rPr lang="en-US" sz="1000" dirty="0"/>
              <a:t>[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"status": </a:t>
            </a:r>
            <a:r>
              <a:rPr lang="en-US" sz="1000" dirty="0" err="1"/>
              <a:t>response.status_code</a:t>
            </a:r>
            <a:r>
              <a:rPr lang="en-US" sz="1000" dirty="0"/>
              <a:t>,</a:t>
            </a:r>
          </a:p>
          <a:p>
            <a:r>
              <a:rPr lang="en-US" sz="1000" dirty="0"/>
              <a:t>"error": </a:t>
            </a:r>
            <a:r>
              <a:rPr lang="en-US" sz="1000" dirty="0" err="1"/>
              <a:t>response.text</a:t>
            </a:r>
            <a:r>
              <a:rPr lang="en-US" sz="1000" dirty="0"/>
              <a:t>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access_key_length</a:t>
            </a:r>
            <a:r>
              <a:rPr lang="en-US" sz="1000" dirty="0"/>
              <a:t>": </a:t>
            </a:r>
            <a:r>
              <a:rPr lang="en-US" sz="1000" dirty="0" err="1"/>
              <a:t>len</a:t>
            </a:r>
            <a:r>
              <a:rPr lang="en-US" sz="1000" dirty="0"/>
              <a:t>(</a:t>
            </a:r>
            <a:r>
              <a:rPr lang="en-US" sz="1000" dirty="0" err="1"/>
              <a:t>access_key</a:t>
            </a:r>
            <a:r>
              <a:rPr lang="en-US" sz="1000" dirty="0"/>
              <a:t>),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secret_key_length</a:t>
            </a:r>
            <a:r>
              <a:rPr lang="en-US" sz="1000" dirty="0"/>
              <a:t>": </a:t>
            </a:r>
            <a:r>
              <a:rPr lang="en-US" sz="1000" dirty="0" err="1"/>
              <a:t>len</a:t>
            </a:r>
            <a:r>
              <a:rPr lang="en-US" sz="1000" dirty="0"/>
              <a:t>(</a:t>
            </a:r>
            <a:r>
              <a:rPr lang="en-US" sz="1000" dirty="0" err="1"/>
              <a:t>secret_key</a:t>
            </a:r>
            <a:r>
              <a:rPr lang="en-US" sz="1000" dirty="0"/>
              <a:t>),</a:t>
            </a:r>
          </a:p>
          <a:p>
            <a:r>
              <a:rPr lang="en-US" sz="1000" dirty="0"/>
              <a:t>}</a:t>
            </a:r>
          </a:p>
          <a:p>
            <a:r>
              <a:rPr lang="en-US" sz="1000" dirty="0"/>
              <a:t>]</a:t>
            </a:r>
          </a:p>
          <a:p>
            <a:r>
              <a:rPr lang="en-US" sz="1000" dirty="0"/>
              <a:t>)</a:t>
            </a:r>
          </a:p>
          <a:p>
            <a:br>
              <a:rPr lang="en-US" sz="1000" dirty="0"/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049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13B2C-EB2F-3751-045D-5A632FA1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9177478-6C9E-A373-F553-DACB3331C896}"/>
              </a:ext>
            </a:extLst>
          </p:cNvPr>
          <p:cNvSpPr/>
          <p:nvPr/>
        </p:nvSpPr>
        <p:spPr>
          <a:xfrm>
            <a:off x="8229600" y="45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4B08CEC8-F1F8-FFDF-3B64-A0261182C76D}"/>
              </a:ext>
            </a:extLst>
          </p:cNvPr>
          <p:cNvSpPr/>
          <p:nvPr/>
        </p:nvSpPr>
        <p:spPr>
          <a:xfrm>
            <a:off x="342900" y="28575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710" dirty="0">
                <a:latin typeface="+mn-ea"/>
              </a:rPr>
              <a:t>raw_transform.py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5D3F141B-42C5-750C-FC28-BAA12ED86AE1}"/>
              </a:ext>
            </a:extLst>
          </p:cNvPr>
          <p:cNvSpPr/>
          <p:nvPr/>
        </p:nvSpPr>
        <p:spPr>
          <a:xfrm>
            <a:off x="323850" y="666750"/>
            <a:ext cx="8496300" cy="0"/>
          </a:xfrm>
          <a:prstGeom prst="line">
            <a:avLst/>
          </a:prstGeom>
          <a:noFill/>
          <a:ln w="4524">
            <a:solidFill>
              <a:srgbClr val="C4C4C4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A4DB55-FF9B-92B0-8FB6-90123C86B893}"/>
              </a:ext>
            </a:extLst>
          </p:cNvPr>
          <p:cNvSpPr txBox="1"/>
          <p:nvPr/>
        </p:nvSpPr>
        <p:spPr>
          <a:xfrm>
            <a:off x="649155" y="771525"/>
            <a:ext cx="5674864" cy="351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"""</a:t>
            </a:r>
          </a:p>
          <a:p>
            <a:r>
              <a:rPr lang="en-US" sz="1000" dirty="0" err="1"/>
              <a:t>StealthMole</a:t>
            </a:r>
            <a:r>
              <a:rPr lang="en-US" sz="1000" dirty="0"/>
              <a:t> Raw Data Ingestion - Multi Domain</a:t>
            </a:r>
          </a:p>
          <a:p>
            <a:r>
              <a:rPr lang="en-US" sz="1000" dirty="0"/>
              <a:t>- 9</a:t>
            </a:r>
            <a:r>
              <a:rPr lang="ko-KR" altLang="en-US" sz="1000" dirty="0"/>
              <a:t>개 </a:t>
            </a:r>
            <a:r>
              <a:rPr lang="en-US" sz="1000" dirty="0"/>
              <a:t>API </a:t>
            </a:r>
            <a:r>
              <a:rPr lang="ko-KR" altLang="en-US" sz="1000" dirty="0"/>
              <a:t>서비스에서 데이터를 수집하여 </a:t>
            </a:r>
            <a:r>
              <a:rPr lang="en-US" sz="1000" dirty="0"/>
              <a:t>Raw Dataset</a:t>
            </a:r>
            <a:r>
              <a:rPr lang="ko-KR" altLang="en-US" sz="1000" dirty="0" err="1"/>
              <a:t>에</a:t>
            </a:r>
            <a:r>
              <a:rPr lang="ko-KR" altLang="en-US" sz="1000" dirty="0"/>
              <a:t> 저장</a:t>
            </a:r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다중 도메인 지원 </a:t>
            </a:r>
            <a:r>
              <a:rPr lang="en-US" altLang="ko-KR" sz="1000" dirty="0"/>
              <a:t>(</a:t>
            </a:r>
            <a:r>
              <a:rPr lang="en-US" sz="1000" dirty="0" err="1"/>
              <a:t>linkedin.com</a:t>
            </a:r>
            <a:r>
              <a:rPr lang="en-US" sz="1000" dirty="0"/>
              <a:t>, </a:t>
            </a:r>
            <a:r>
              <a:rPr lang="en-US" sz="1000" dirty="0" err="1"/>
              <a:t>adobe.com</a:t>
            </a:r>
            <a:r>
              <a:rPr lang="en-US" sz="1000" dirty="0"/>
              <a:t>, </a:t>
            </a:r>
            <a:r>
              <a:rPr lang="en-US" sz="1000" dirty="0" err="1"/>
              <a:t>yahoo.com</a:t>
            </a:r>
            <a:r>
              <a:rPr lang="en-US" sz="1000" dirty="0"/>
              <a:t>)</a:t>
            </a:r>
          </a:p>
          <a:p>
            <a:r>
              <a:rPr lang="en-US" sz="1000" dirty="0"/>
              <a:t>"""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import datetime</a:t>
            </a:r>
          </a:p>
          <a:p>
            <a:r>
              <a:rPr lang="en-US" sz="1000" dirty="0"/>
              <a:t>import </a:t>
            </a:r>
            <a:r>
              <a:rPr lang="en-US" sz="1000" dirty="0" err="1"/>
              <a:t>json</a:t>
            </a:r>
            <a:endParaRPr lang="en-US" sz="1000" dirty="0"/>
          </a:p>
          <a:p>
            <a:r>
              <a:rPr lang="en-US" sz="1000" dirty="0"/>
              <a:t>import pandas as pd</a:t>
            </a:r>
          </a:p>
          <a:p>
            <a:r>
              <a:rPr lang="en-US" sz="1000" dirty="0"/>
              <a:t>import logging</a:t>
            </a:r>
          </a:p>
          <a:p>
            <a:r>
              <a:rPr lang="en-US" sz="1000" dirty="0"/>
              <a:t>from </a:t>
            </a:r>
            <a:r>
              <a:rPr lang="en-US" sz="1000" dirty="0" err="1"/>
              <a:t>transforms.api</a:t>
            </a:r>
            <a:r>
              <a:rPr lang="en-US" sz="1000" dirty="0"/>
              <a:t> import </a:t>
            </a:r>
            <a:r>
              <a:rPr lang="en-US" sz="1000" dirty="0" err="1"/>
              <a:t>transform_pandas</a:t>
            </a:r>
            <a:r>
              <a:rPr lang="en-US" sz="1000" dirty="0"/>
              <a:t>, Input, Output, lightweight</a:t>
            </a:r>
          </a:p>
          <a:p>
            <a:r>
              <a:rPr lang="en-US" sz="1000" dirty="0"/>
              <a:t>from </a:t>
            </a:r>
            <a:r>
              <a:rPr lang="en-US" sz="1000" dirty="0" err="1"/>
              <a:t>transforms.external.systems</a:t>
            </a:r>
            <a:r>
              <a:rPr lang="en-US" sz="1000" dirty="0"/>
              <a:t> import </a:t>
            </a:r>
            <a:r>
              <a:rPr lang="en-US" sz="1000" dirty="0" err="1"/>
              <a:t>external_systems</a:t>
            </a:r>
            <a:r>
              <a:rPr lang="en-US" sz="1000" dirty="0"/>
              <a:t>, Source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from </a:t>
            </a:r>
            <a:r>
              <a:rPr lang="en-US" sz="1000" dirty="0" err="1"/>
              <a:t>myproject.datasets.helpers</a:t>
            </a:r>
            <a:r>
              <a:rPr lang="en-US" sz="1000" dirty="0"/>
              <a:t> import (</a:t>
            </a:r>
          </a:p>
          <a:p>
            <a:r>
              <a:rPr lang="en-US" sz="1000" dirty="0"/>
              <a:t>SOURCE_RID,</a:t>
            </a:r>
          </a:p>
          <a:p>
            <a:r>
              <a:rPr lang="en-US" sz="1000" dirty="0"/>
              <a:t>RAW_PATH,</a:t>
            </a:r>
          </a:p>
          <a:p>
            <a:r>
              <a:rPr lang="en-US" sz="1000" dirty="0"/>
              <a:t>TARGET_DOMAINS,</a:t>
            </a:r>
          </a:p>
          <a:p>
            <a:r>
              <a:rPr lang="en-US" sz="1000" dirty="0"/>
              <a:t>DEFAULT_LIMIT,</a:t>
            </a:r>
          </a:p>
          <a:p>
            <a:r>
              <a:rPr lang="en-US" sz="1000" dirty="0" err="1"/>
              <a:t>get_auth_headers</a:t>
            </a:r>
            <a:r>
              <a:rPr lang="en-US" sz="1000" dirty="0"/>
              <a:t>,</a:t>
            </a:r>
          </a:p>
          <a:p>
            <a:r>
              <a:rPr lang="en-US" sz="1000" dirty="0" err="1"/>
              <a:t>safe_api_call</a:t>
            </a:r>
            <a:r>
              <a:rPr lang="en-US" sz="1000" dirty="0"/>
              <a:t>,</a:t>
            </a:r>
          </a:p>
          <a:p>
            <a:r>
              <a:rPr lang="en-US" sz="1000" dirty="0" err="1"/>
              <a:t>get_stealthmole_connection</a:t>
            </a:r>
            <a:r>
              <a:rPr lang="en-US" sz="1000" dirty="0"/>
              <a:t>,</a:t>
            </a:r>
          </a:p>
          <a:p>
            <a:r>
              <a:rPr lang="en-US" sz="1000" dirty="0"/>
              <a:t>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logger = </a:t>
            </a:r>
            <a:r>
              <a:rPr lang="en-US" sz="1000" dirty="0" err="1"/>
              <a:t>logging.getLogger</a:t>
            </a:r>
            <a:r>
              <a:rPr lang="en-US" sz="1000" dirty="0"/>
              <a:t>(__name__)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def _</a:t>
            </a:r>
            <a:r>
              <a:rPr lang="en-US" sz="1000" dirty="0" err="1"/>
              <a:t>fetch_dt_tt</a:t>
            </a:r>
            <a:r>
              <a:rPr lang="en-US" sz="1000" dirty="0"/>
              <a:t>(source, </a:t>
            </a:r>
            <a:r>
              <a:rPr lang="en-US" sz="1000" dirty="0" err="1"/>
              <a:t>service_code</a:t>
            </a:r>
            <a:r>
              <a:rPr lang="en-US" sz="1000" dirty="0"/>
              <a:t>, </a:t>
            </a:r>
            <a:r>
              <a:rPr lang="en-US" sz="1000" dirty="0" err="1"/>
              <a:t>endpoint_template</a:t>
            </a:r>
            <a:r>
              <a:rPr lang="en-US" sz="1000" dirty="0"/>
              <a:t>):</a:t>
            </a:r>
          </a:p>
          <a:p>
            <a:r>
              <a:rPr lang="en-US" sz="1000" dirty="0"/>
              <a:t>"""TT </a:t>
            </a:r>
            <a:r>
              <a:rPr lang="ko-KR" altLang="en-US" sz="1000" dirty="0"/>
              <a:t>로직 </a:t>
            </a:r>
            <a:r>
              <a:rPr lang="en-US" altLang="ko-KR" sz="1000" dirty="0"/>
              <a:t>- </a:t>
            </a:r>
            <a:r>
              <a:rPr lang="ko-KR" altLang="en-US" sz="1000" dirty="0"/>
              <a:t>다중 도메인</a:t>
            </a:r>
            <a:r>
              <a:rPr lang="en-US" altLang="ko-KR" sz="1000" dirty="0"/>
              <a:t>"""</a:t>
            </a:r>
            <a:endParaRPr lang="ko-KR" altLang="en-US" sz="1000" dirty="0"/>
          </a:p>
          <a:p>
            <a:r>
              <a:rPr lang="en-US" sz="1000" dirty="0"/>
              <a:t>client, </a:t>
            </a:r>
            <a:r>
              <a:rPr lang="en-US" sz="1000" dirty="0" err="1"/>
              <a:t>base_url</a:t>
            </a:r>
            <a:r>
              <a:rPr lang="en-US" sz="1000" dirty="0"/>
              <a:t>, </a:t>
            </a:r>
            <a:r>
              <a:rPr lang="en-US" sz="1000" dirty="0" err="1"/>
              <a:t>ak</a:t>
            </a:r>
            <a:r>
              <a:rPr lang="en-US" sz="1000" dirty="0"/>
              <a:t>, </a:t>
            </a:r>
            <a:r>
              <a:rPr lang="en-US" sz="1000" dirty="0" err="1"/>
              <a:t>sk</a:t>
            </a:r>
            <a:r>
              <a:rPr lang="en-US" sz="1000" dirty="0"/>
              <a:t> = </a:t>
            </a:r>
            <a:r>
              <a:rPr lang="en-US" sz="1000" dirty="0" err="1"/>
              <a:t>get_stealthmole_connection</a:t>
            </a:r>
            <a:r>
              <a:rPr lang="en-US" sz="1000" dirty="0"/>
              <a:t>(source)</a:t>
            </a:r>
          </a:p>
          <a:p>
            <a:r>
              <a:rPr lang="en-US" sz="1000" dirty="0"/>
              <a:t>now = </a:t>
            </a:r>
            <a:r>
              <a:rPr lang="en-US" sz="1000" dirty="0" err="1"/>
              <a:t>datetime.datetime.now</a:t>
            </a:r>
            <a:r>
              <a:rPr lang="en-US" sz="1000" dirty="0"/>
              <a:t>(</a:t>
            </a:r>
            <a:r>
              <a:rPr lang="en-US" sz="1000" dirty="0" err="1"/>
              <a:t>datetime.timezone.utc</a:t>
            </a:r>
            <a:r>
              <a:rPr lang="en-US" sz="1000" dirty="0"/>
              <a:t>).</a:t>
            </a:r>
            <a:r>
              <a:rPr lang="en-US" sz="1000" dirty="0" err="1"/>
              <a:t>isoformat</a:t>
            </a:r>
            <a:r>
              <a:rPr lang="en-US" sz="1000" dirty="0"/>
              <a:t>()</a:t>
            </a:r>
          </a:p>
          <a:p>
            <a:r>
              <a:rPr lang="en-US" sz="1000" dirty="0" err="1"/>
              <a:t>all_rows</a:t>
            </a:r>
            <a:r>
              <a:rPr lang="en-US" sz="1000" dirty="0"/>
              <a:t> = []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for domain in TARGET_DOMAINS:</a:t>
            </a:r>
          </a:p>
          <a:p>
            <a:r>
              <a:rPr lang="en-US" sz="1000" dirty="0"/>
              <a:t>headers = </a:t>
            </a:r>
            <a:r>
              <a:rPr lang="en-US" sz="1000" dirty="0" err="1"/>
              <a:t>get_auth_headers</a:t>
            </a:r>
            <a:r>
              <a:rPr lang="en-US" sz="1000" dirty="0"/>
              <a:t>(</a:t>
            </a:r>
            <a:r>
              <a:rPr lang="en-US" sz="1000" dirty="0" err="1"/>
              <a:t>ak</a:t>
            </a:r>
            <a:r>
              <a:rPr lang="en-US" sz="1000" dirty="0"/>
              <a:t>, </a:t>
            </a:r>
            <a:r>
              <a:rPr lang="en-US" sz="1000" dirty="0" err="1"/>
              <a:t>sk</a:t>
            </a:r>
            <a:r>
              <a:rPr lang="en-US" sz="1000" dirty="0"/>
              <a:t>)</a:t>
            </a:r>
          </a:p>
          <a:p>
            <a:r>
              <a:rPr lang="en-US" sz="1000" dirty="0" err="1"/>
              <a:t>url</a:t>
            </a:r>
            <a:r>
              <a:rPr lang="en-US" sz="1000" dirty="0"/>
              <a:t> = </a:t>
            </a:r>
            <a:r>
              <a:rPr lang="en-US" sz="1000" dirty="0" err="1"/>
              <a:t>endpoint_template.format</a:t>
            </a:r>
            <a:r>
              <a:rPr lang="en-US" sz="1000" dirty="0"/>
              <a:t>(</a:t>
            </a:r>
            <a:r>
              <a:rPr lang="en-US" sz="1000" dirty="0" err="1"/>
              <a:t>base_url</a:t>
            </a:r>
            <a:r>
              <a:rPr lang="en-US" sz="1000" dirty="0"/>
              <a:t>=</a:t>
            </a:r>
            <a:r>
              <a:rPr lang="en-US" sz="1000" dirty="0" err="1"/>
              <a:t>base_url</a:t>
            </a:r>
            <a:r>
              <a:rPr lang="en-US" sz="1000" dirty="0"/>
              <a:t>, domain=domain, limit=DEFAULT_LIMIT)</a:t>
            </a:r>
          </a:p>
          <a:p>
            <a:r>
              <a:rPr lang="en-US" sz="1000" dirty="0"/>
              <a:t>data, error = </a:t>
            </a:r>
            <a:r>
              <a:rPr lang="en-US" sz="1000" dirty="0" err="1"/>
              <a:t>safe_api_call</a:t>
            </a:r>
            <a:r>
              <a:rPr lang="en-US" sz="1000" dirty="0"/>
              <a:t>(client, </a:t>
            </a:r>
            <a:r>
              <a:rPr lang="en-US" sz="1000" dirty="0" err="1"/>
              <a:t>url</a:t>
            </a:r>
            <a:r>
              <a:rPr lang="en-US" sz="1000" dirty="0"/>
              <a:t>, headers)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if error:</a:t>
            </a:r>
          </a:p>
          <a:p>
            <a:r>
              <a:rPr lang="en-US" sz="1000" dirty="0" err="1"/>
              <a:t>all_rows.append</a:t>
            </a:r>
            <a:r>
              <a:rPr lang="en-US" sz="1000" dirty="0"/>
              <a:t>(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query_domain</a:t>
            </a:r>
            <a:r>
              <a:rPr lang="en-US" sz="1000" dirty="0"/>
              <a:t>": domain,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fetched_at</a:t>
            </a:r>
            <a:r>
              <a:rPr lang="en-US" sz="1000" dirty="0"/>
              <a:t>": now,</a:t>
            </a:r>
          </a:p>
          <a:p>
            <a:r>
              <a:rPr lang="en-US" sz="1000" dirty="0"/>
              <a:t>"service": </a:t>
            </a:r>
            <a:r>
              <a:rPr lang="en-US" sz="1000" dirty="0" err="1"/>
              <a:t>service_code</a:t>
            </a:r>
            <a:r>
              <a:rPr lang="en-US" sz="1000" dirty="0"/>
              <a:t>,</a:t>
            </a:r>
          </a:p>
          <a:p>
            <a:r>
              <a:rPr lang="en-US" sz="1000" dirty="0"/>
              <a:t>"section": "error",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total_count</a:t>
            </a:r>
            <a:r>
              <a:rPr lang="en-US" sz="1000" dirty="0"/>
              <a:t>": 0,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raw_json</a:t>
            </a:r>
            <a:r>
              <a:rPr lang="en-US" sz="1000" dirty="0"/>
              <a:t>": </a:t>
            </a:r>
            <a:r>
              <a:rPr lang="en-US" sz="1000" dirty="0" err="1"/>
              <a:t>json.dumps</a:t>
            </a:r>
            <a:r>
              <a:rPr lang="en-US" sz="1000" dirty="0"/>
              <a:t>({"error": error}),</a:t>
            </a:r>
          </a:p>
          <a:p>
            <a:r>
              <a:rPr lang="en-US" sz="1000" dirty="0"/>
              <a:t>}</a:t>
            </a:r>
          </a:p>
          <a:p>
            <a:r>
              <a:rPr lang="en-US" sz="1000" dirty="0"/>
              <a:t>)</a:t>
            </a:r>
          </a:p>
          <a:p>
            <a:r>
              <a:rPr lang="en-US" sz="1000" dirty="0"/>
              <a:t>continue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if </a:t>
            </a:r>
            <a:r>
              <a:rPr lang="en-US" sz="1000" dirty="0" err="1"/>
              <a:t>isinstance</a:t>
            </a:r>
            <a:r>
              <a:rPr lang="en-US" sz="1000" dirty="0"/>
              <a:t>(data, </a:t>
            </a:r>
            <a:r>
              <a:rPr lang="en-US" sz="1000" dirty="0" err="1"/>
              <a:t>dict</a:t>
            </a:r>
            <a:r>
              <a:rPr lang="en-US" sz="1000" dirty="0"/>
              <a:t>):</a:t>
            </a:r>
          </a:p>
          <a:p>
            <a:r>
              <a:rPr lang="en-US" sz="1000" dirty="0"/>
              <a:t>for </a:t>
            </a:r>
            <a:r>
              <a:rPr lang="en-US" sz="1000" dirty="0" err="1"/>
              <a:t>section_name</a:t>
            </a:r>
            <a:r>
              <a:rPr lang="en-US" sz="1000" dirty="0"/>
              <a:t>, </a:t>
            </a:r>
            <a:r>
              <a:rPr lang="en-US" sz="1000" dirty="0" err="1"/>
              <a:t>section_data</a:t>
            </a:r>
            <a:r>
              <a:rPr lang="en-US" sz="1000" dirty="0"/>
              <a:t> in </a:t>
            </a:r>
            <a:r>
              <a:rPr lang="en-US" sz="1000" dirty="0" err="1"/>
              <a:t>data.items</a:t>
            </a:r>
            <a:r>
              <a:rPr lang="en-US" sz="1000" dirty="0"/>
              <a:t>():</a:t>
            </a:r>
          </a:p>
          <a:p>
            <a:r>
              <a:rPr lang="en-US" sz="1000" dirty="0"/>
              <a:t>if </a:t>
            </a:r>
            <a:r>
              <a:rPr lang="en-US" sz="1000" dirty="0" err="1"/>
              <a:t>isinstance</a:t>
            </a:r>
            <a:r>
              <a:rPr lang="en-US" sz="1000" dirty="0"/>
              <a:t>(</a:t>
            </a:r>
            <a:r>
              <a:rPr lang="en-US" sz="1000" dirty="0" err="1"/>
              <a:t>section_data</a:t>
            </a:r>
            <a:r>
              <a:rPr lang="en-US" sz="1000" dirty="0"/>
              <a:t>, </a:t>
            </a:r>
            <a:r>
              <a:rPr lang="en-US" sz="1000" dirty="0" err="1"/>
              <a:t>dict</a:t>
            </a:r>
            <a:r>
              <a:rPr lang="en-US" sz="1000" dirty="0"/>
              <a:t>) and "data" in </a:t>
            </a:r>
            <a:r>
              <a:rPr lang="en-US" sz="1000" dirty="0" err="1"/>
              <a:t>section_data</a:t>
            </a:r>
            <a:r>
              <a:rPr lang="en-US" sz="1000" dirty="0"/>
              <a:t>:</a:t>
            </a:r>
          </a:p>
          <a:p>
            <a:r>
              <a:rPr lang="en-US" sz="1000" dirty="0"/>
              <a:t>for item in </a:t>
            </a:r>
            <a:r>
              <a:rPr lang="en-US" sz="1000" dirty="0" err="1"/>
              <a:t>section_data</a:t>
            </a:r>
            <a:r>
              <a:rPr lang="en-US" sz="1000" dirty="0"/>
              <a:t>["data"]:</a:t>
            </a:r>
          </a:p>
          <a:p>
            <a:r>
              <a:rPr lang="en-US" sz="1000" dirty="0" err="1"/>
              <a:t>all_rows.append</a:t>
            </a:r>
            <a:r>
              <a:rPr lang="en-US" sz="1000" dirty="0"/>
              <a:t>(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query_domain</a:t>
            </a:r>
            <a:r>
              <a:rPr lang="en-US" sz="1000" dirty="0"/>
              <a:t>": domain,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fetched_at</a:t>
            </a:r>
            <a:r>
              <a:rPr lang="en-US" sz="1000" dirty="0"/>
              <a:t>": now,</a:t>
            </a:r>
          </a:p>
          <a:p>
            <a:r>
              <a:rPr lang="en-US" sz="1000" dirty="0"/>
              <a:t>"service": </a:t>
            </a:r>
            <a:r>
              <a:rPr lang="en-US" sz="1000" dirty="0" err="1"/>
              <a:t>service_code</a:t>
            </a:r>
            <a:r>
              <a:rPr lang="en-US" sz="1000" dirty="0"/>
              <a:t>,</a:t>
            </a:r>
          </a:p>
          <a:p>
            <a:r>
              <a:rPr lang="en-US" sz="1000" dirty="0"/>
              <a:t>"section": </a:t>
            </a:r>
            <a:r>
              <a:rPr lang="en-US" sz="1000" dirty="0" err="1"/>
              <a:t>section_name</a:t>
            </a:r>
            <a:r>
              <a:rPr lang="en-US" sz="1000" dirty="0"/>
              <a:t>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total_count</a:t>
            </a:r>
            <a:r>
              <a:rPr lang="en-US" sz="1000" dirty="0"/>
              <a:t>": </a:t>
            </a:r>
            <a:r>
              <a:rPr lang="en-US" sz="1000" dirty="0" err="1"/>
              <a:t>section_data.get</a:t>
            </a:r>
            <a:r>
              <a:rPr lang="en-US" sz="1000" dirty="0"/>
              <a:t>("</a:t>
            </a:r>
            <a:r>
              <a:rPr lang="en-US" sz="1000" dirty="0" err="1"/>
              <a:t>totalCount</a:t>
            </a:r>
            <a:r>
              <a:rPr lang="en-US" sz="1000" dirty="0"/>
              <a:t>", 0),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raw_json</a:t>
            </a:r>
            <a:r>
              <a:rPr lang="en-US" sz="1000" dirty="0"/>
              <a:t>": </a:t>
            </a:r>
            <a:r>
              <a:rPr lang="en-US" sz="1000" dirty="0" err="1"/>
              <a:t>json.dumps</a:t>
            </a:r>
            <a:r>
              <a:rPr lang="en-US" sz="1000" dirty="0"/>
              <a:t>(item, </a:t>
            </a:r>
            <a:r>
              <a:rPr lang="en-US" sz="1000" dirty="0" err="1"/>
              <a:t>ensure_ascii</a:t>
            </a:r>
            <a:r>
              <a:rPr lang="en-US" sz="1000" dirty="0"/>
              <a:t>=False, default=str),</a:t>
            </a:r>
          </a:p>
          <a:p>
            <a:r>
              <a:rPr lang="en-US" sz="1000" dirty="0"/>
              <a:t>}</a:t>
            </a:r>
          </a:p>
          <a:p>
            <a:r>
              <a:rPr lang="en-US" sz="1000" dirty="0"/>
              <a:t>)</a:t>
            </a:r>
          </a:p>
          <a:p>
            <a:r>
              <a:rPr lang="en-US" sz="1000" dirty="0"/>
              <a:t>if not </a:t>
            </a:r>
            <a:r>
              <a:rPr lang="en-US" sz="1000" dirty="0" err="1"/>
              <a:t>section_data</a:t>
            </a:r>
            <a:r>
              <a:rPr lang="en-US" sz="1000" dirty="0"/>
              <a:t>["data"]:</a:t>
            </a:r>
          </a:p>
          <a:p>
            <a:r>
              <a:rPr lang="en-US" sz="1000" dirty="0" err="1"/>
              <a:t>all_rows.append</a:t>
            </a:r>
            <a:r>
              <a:rPr lang="en-US" sz="1000" dirty="0"/>
              <a:t>(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query_domain</a:t>
            </a:r>
            <a:r>
              <a:rPr lang="en-US" sz="1000" dirty="0"/>
              <a:t>": domain,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fetched_at</a:t>
            </a:r>
            <a:r>
              <a:rPr lang="en-US" sz="1000" dirty="0"/>
              <a:t>": now,</a:t>
            </a:r>
          </a:p>
          <a:p>
            <a:r>
              <a:rPr lang="en-US" sz="1000" dirty="0"/>
              <a:t>"service": </a:t>
            </a:r>
            <a:r>
              <a:rPr lang="en-US" sz="1000" dirty="0" err="1"/>
              <a:t>service_code</a:t>
            </a:r>
            <a:r>
              <a:rPr lang="en-US" sz="1000" dirty="0"/>
              <a:t>,</a:t>
            </a:r>
          </a:p>
          <a:p>
            <a:r>
              <a:rPr lang="en-US" sz="1000" dirty="0"/>
              <a:t>"section": </a:t>
            </a:r>
            <a:r>
              <a:rPr lang="en-US" sz="1000" dirty="0" err="1"/>
              <a:t>section_name</a:t>
            </a:r>
            <a:r>
              <a:rPr lang="en-US" sz="1000" dirty="0"/>
              <a:t>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total_count</a:t>
            </a:r>
            <a:r>
              <a:rPr lang="en-US" sz="1000" dirty="0"/>
              <a:t>": </a:t>
            </a:r>
            <a:r>
              <a:rPr lang="en-US" sz="1000" dirty="0" err="1"/>
              <a:t>section_data.get</a:t>
            </a:r>
            <a:r>
              <a:rPr lang="en-US" sz="1000" dirty="0"/>
              <a:t>("</a:t>
            </a:r>
            <a:r>
              <a:rPr lang="en-US" sz="1000" dirty="0" err="1"/>
              <a:t>totalCount</a:t>
            </a:r>
            <a:r>
              <a:rPr lang="en-US" sz="1000" dirty="0"/>
              <a:t>", 0),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raw_json</a:t>
            </a:r>
            <a:r>
              <a:rPr lang="en-US" sz="1000" dirty="0"/>
              <a:t>": "{}",</a:t>
            </a:r>
          </a:p>
          <a:p>
            <a:r>
              <a:rPr lang="en-US" sz="1000" dirty="0"/>
              <a:t>}</a:t>
            </a:r>
          </a:p>
          <a:p>
            <a:r>
              <a:rPr lang="en-US" sz="1000" dirty="0"/>
              <a:t>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if not </a:t>
            </a:r>
            <a:r>
              <a:rPr lang="en-US" sz="1000" dirty="0" err="1"/>
              <a:t>all_rows</a:t>
            </a:r>
            <a:r>
              <a:rPr lang="en-US" sz="1000" dirty="0"/>
              <a:t>:</a:t>
            </a:r>
          </a:p>
          <a:p>
            <a:r>
              <a:rPr lang="en-US" sz="1000" dirty="0" err="1"/>
              <a:t>all_rows.append</a:t>
            </a:r>
            <a:r>
              <a:rPr lang="en-US" sz="1000" dirty="0"/>
              <a:t>(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query_domain</a:t>
            </a:r>
            <a:r>
              <a:rPr lang="en-US" sz="1000" dirty="0"/>
              <a:t>": "none",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fetched_at</a:t>
            </a:r>
            <a:r>
              <a:rPr lang="en-US" sz="1000" dirty="0"/>
              <a:t>": now,</a:t>
            </a:r>
          </a:p>
          <a:p>
            <a:r>
              <a:rPr lang="en-US" sz="1000" dirty="0"/>
              <a:t>"service": </a:t>
            </a:r>
            <a:r>
              <a:rPr lang="en-US" sz="1000" dirty="0" err="1"/>
              <a:t>service_code</a:t>
            </a:r>
            <a:r>
              <a:rPr lang="en-US" sz="1000" dirty="0"/>
              <a:t>,</a:t>
            </a:r>
          </a:p>
          <a:p>
            <a:r>
              <a:rPr lang="en-US" sz="1000" dirty="0"/>
              <a:t>"section": "empty",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total_count</a:t>
            </a:r>
            <a:r>
              <a:rPr lang="en-US" sz="1000" dirty="0"/>
              <a:t>": 0,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raw_json</a:t>
            </a:r>
            <a:r>
              <a:rPr lang="en-US" sz="1000" dirty="0"/>
              <a:t>": "{}",</a:t>
            </a:r>
          </a:p>
          <a:p>
            <a:r>
              <a:rPr lang="en-US" sz="1000" dirty="0"/>
              <a:t>}</a:t>
            </a:r>
          </a:p>
          <a:p>
            <a:r>
              <a:rPr lang="en-US" sz="1000" dirty="0"/>
              <a:t>)</a:t>
            </a:r>
          </a:p>
          <a:p>
            <a:r>
              <a:rPr lang="en-US" sz="1000" dirty="0"/>
              <a:t>return </a:t>
            </a:r>
            <a:r>
              <a:rPr lang="en-US" sz="1000" dirty="0" err="1"/>
              <a:t>pd.DataFrame</a:t>
            </a:r>
            <a:r>
              <a:rPr lang="en-US" sz="1000" dirty="0"/>
              <a:t>(</a:t>
            </a:r>
            <a:r>
              <a:rPr lang="en-US" sz="1000" dirty="0" err="1"/>
              <a:t>all_rows</a:t>
            </a:r>
            <a:r>
              <a:rPr lang="en-US" sz="1000" dirty="0"/>
              <a:t>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def _</a:t>
            </a:r>
            <a:r>
              <a:rPr lang="en-US" sz="1000" dirty="0" err="1"/>
              <a:t>fetch_flat</a:t>
            </a:r>
            <a:r>
              <a:rPr lang="en-US" sz="1000" dirty="0"/>
              <a:t>(source, </a:t>
            </a:r>
            <a:r>
              <a:rPr lang="en-US" sz="1000" dirty="0" err="1"/>
              <a:t>service_code</a:t>
            </a:r>
            <a:r>
              <a:rPr lang="en-US" sz="1000" dirty="0"/>
              <a:t>, </a:t>
            </a:r>
            <a:r>
              <a:rPr lang="en-US" sz="1000" dirty="0" err="1"/>
              <a:t>endpoint_template</a:t>
            </a:r>
            <a:r>
              <a:rPr lang="en-US" sz="1000" dirty="0"/>
              <a:t>):</a:t>
            </a:r>
          </a:p>
          <a:p>
            <a:r>
              <a:rPr lang="en-US" sz="1000" dirty="0"/>
              <a:t>"""CL/CDS/CB/RM/GM/LM </a:t>
            </a:r>
            <a:r>
              <a:rPr lang="ko-KR" altLang="en-US" sz="1000" dirty="0"/>
              <a:t>공통 로직 </a:t>
            </a:r>
            <a:r>
              <a:rPr lang="en-US" altLang="ko-KR" sz="1000" dirty="0"/>
              <a:t>- </a:t>
            </a:r>
            <a:r>
              <a:rPr lang="ko-KR" altLang="en-US" sz="1000" dirty="0"/>
              <a:t>다중 도메인</a:t>
            </a:r>
            <a:r>
              <a:rPr lang="en-US" altLang="ko-KR" sz="1000" dirty="0"/>
              <a:t>"""</a:t>
            </a:r>
            <a:endParaRPr lang="ko-KR" altLang="en-US" sz="1000" dirty="0"/>
          </a:p>
          <a:p>
            <a:r>
              <a:rPr lang="en-US" sz="1000" dirty="0"/>
              <a:t>client, </a:t>
            </a:r>
            <a:r>
              <a:rPr lang="en-US" sz="1000" dirty="0" err="1"/>
              <a:t>base_url</a:t>
            </a:r>
            <a:r>
              <a:rPr lang="en-US" sz="1000" dirty="0"/>
              <a:t>, </a:t>
            </a:r>
            <a:r>
              <a:rPr lang="en-US" sz="1000" dirty="0" err="1"/>
              <a:t>ak</a:t>
            </a:r>
            <a:r>
              <a:rPr lang="en-US" sz="1000" dirty="0"/>
              <a:t>, </a:t>
            </a:r>
            <a:r>
              <a:rPr lang="en-US" sz="1000" dirty="0" err="1"/>
              <a:t>sk</a:t>
            </a:r>
            <a:r>
              <a:rPr lang="en-US" sz="1000" dirty="0"/>
              <a:t> = </a:t>
            </a:r>
            <a:r>
              <a:rPr lang="en-US" sz="1000" dirty="0" err="1"/>
              <a:t>get_stealthmole_connection</a:t>
            </a:r>
            <a:r>
              <a:rPr lang="en-US" sz="1000" dirty="0"/>
              <a:t>(source)</a:t>
            </a:r>
          </a:p>
          <a:p>
            <a:r>
              <a:rPr lang="en-US" sz="1000" dirty="0"/>
              <a:t>now = </a:t>
            </a:r>
            <a:r>
              <a:rPr lang="en-US" sz="1000" dirty="0" err="1"/>
              <a:t>datetime.datetime.now</a:t>
            </a:r>
            <a:r>
              <a:rPr lang="en-US" sz="1000" dirty="0"/>
              <a:t>(</a:t>
            </a:r>
            <a:r>
              <a:rPr lang="en-US" sz="1000" dirty="0" err="1"/>
              <a:t>datetime.timezone.utc</a:t>
            </a:r>
            <a:r>
              <a:rPr lang="en-US" sz="1000" dirty="0"/>
              <a:t>).</a:t>
            </a:r>
            <a:r>
              <a:rPr lang="en-US" sz="1000" dirty="0" err="1"/>
              <a:t>isoformat</a:t>
            </a:r>
            <a:r>
              <a:rPr lang="en-US" sz="1000" dirty="0"/>
              <a:t>()</a:t>
            </a:r>
          </a:p>
          <a:p>
            <a:r>
              <a:rPr lang="en-US" sz="1000" dirty="0" err="1"/>
              <a:t>all_rows</a:t>
            </a:r>
            <a:r>
              <a:rPr lang="en-US" sz="1000" dirty="0"/>
              <a:t> = []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for domain in TARGET_DOMAINS:</a:t>
            </a:r>
          </a:p>
          <a:p>
            <a:r>
              <a:rPr lang="en-US" sz="1000" dirty="0"/>
              <a:t>headers = </a:t>
            </a:r>
            <a:r>
              <a:rPr lang="en-US" sz="1000" dirty="0" err="1"/>
              <a:t>get_auth_headers</a:t>
            </a:r>
            <a:r>
              <a:rPr lang="en-US" sz="1000" dirty="0"/>
              <a:t>(</a:t>
            </a:r>
            <a:r>
              <a:rPr lang="en-US" sz="1000" dirty="0" err="1"/>
              <a:t>ak</a:t>
            </a:r>
            <a:r>
              <a:rPr lang="en-US" sz="1000" dirty="0"/>
              <a:t>, </a:t>
            </a:r>
            <a:r>
              <a:rPr lang="en-US" sz="1000" dirty="0" err="1"/>
              <a:t>sk</a:t>
            </a:r>
            <a:r>
              <a:rPr lang="en-US" sz="1000" dirty="0"/>
              <a:t>)</a:t>
            </a:r>
          </a:p>
          <a:p>
            <a:r>
              <a:rPr lang="en-US" sz="1000" dirty="0" err="1"/>
              <a:t>url</a:t>
            </a:r>
            <a:r>
              <a:rPr lang="en-US" sz="1000" dirty="0"/>
              <a:t> = </a:t>
            </a:r>
            <a:r>
              <a:rPr lang="en-US" sz="1000" dirty="0" err="1"/>
              <a:t>endpoint_template.format</a:t>
            </a:r>
            <a:r>
              <a:rPr lang="en-US" sz="1000" dirty="0"/>
              <a:t>(</a:t>
            </a:r>
            <a:r>
              <a:rPr lang="en-US" sz="1000" dirty="0" err="1"/>
              <a:t>base_url</a:t>
            </a:r>
            <a:r>
              <a:rPr lang="en-US" sz="1000" dirty="0"/>
              <a:t>=</a:t>
            </a:r>
            <a:r>
              <a:rPr lang="en-US" sz="1000" dirty="0" err="1"/>
              <a:t>base_url</a:t>
            </a:r>
            <a:r>
              <a:rPr lang="en-US" sz="1000" dirty="0"/>
              <a:t>, domain=domain, limit=DEFAULT_LIMIT)</a:t>
            </a:r>
          </a:p>
          <a:p>
            <a:r>
              <a:rPr lang="en-US" sz="1000" dirty="0"/>
              <a:t>data, error = </a:t>
            </a:r>
            <a:r>
              <a:rPr lang="en-US" sz="1000" dirty="0" err="1"/>
              <a:t>safe_api_call</a:t>
            </a:r>
            <a:r>
              <a:rPr lang="en-US" sz="1000" dirty="0"/>
              <a:t>(client, </a:t>
            </a:r>
            <a:r>
              <a:rPr lang="en-US" sz="1000" dirty="0" err="1"/>
              <a:t>url</a:t>
            </a:r>
            <a:r>
              <a:rPr lang="en-US" sz="1000" dirty="0"/>
              <a:t>, headers)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if error:</a:t>
            </a:r>
          </a:p>
          <a:p>
            <a:r>
              <a:rPr lang="en-US" sz="1000" dirty="0" err="1"/>
              <a:t>all_rows.append</a:t>
            </a:r>
            <a:r>
              <a:rPr lang="en-US" sz="1000" dirty="0"/>
              <a:t>(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query_domain</a:t>
            </a:r>
            <a:r>
              <a:rPr lang="en-US" sz="1000" dirty="0"/>
              <a:t>": domain,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fetched_at</a:t>
            </a:r>
            <a:r>
              <a:rPr lang="en-US" sz="1000" dirty="0"/>
              <a:t>": now,</a:t>
            </a:r>
          </a:p>
          <a:p>
            <a:r>
              <a:rPr lang="en-US" sz="1000" dirty="0"/>
              <a:t>"service": </a:t>
            </a:r>
            <a:r>
              <a:rPr lang="en-US" sz="1000" dirty="0" err="1"/>
              <a:t>service_code</a:t>
            </a:r>
            <a:r>
              <a:rPr lang="en-US" sz="1000" dirty="0"/>
              <a:t>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raw_json</a:t>
            </a:r>
            <a:r>
              <a:rPr lang="en-US" sz="1000" dirty="0"/>
              <a:t>": </a:t>
            </a:r>
            <a:r>
              <a:rPr lang="en-US" sz="1000" dirty="0" err="1"/>
              <a:t>json.dumps</a:t>
            </a:r>
            <a:r>
              <a:rPr lang="en-US" sz="1000" dirty="0"/>
              <a:t>({"error": error}),</a:t>
            </a:r>
          </a:p>
          <a:p>
            <a:r>
              <a:rPr lang="en-US" sz="1000" dirty="0"/>
              <a:t>}</a:t>
            </a:r>
          </a:p>
          <a:p>
            <a:r>
              <a:rPr lang="en-US" sz="1000" dirty="0"/>
              <a:t>)</a:t>
            </a:r>
          </a:p>
          <a:p>
            <a:r>
              <a:rPr lang="en-US" sz="1000" dirty="0"/>
              <a:t>continue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results = data if </a:t>
            </a:r>
            <a:r>
              <a:rPr lang="en-US" sz="1000" dirty="0" err="1"/>
              <a:t>isinstance</a:t>
            </a:r>
            <a:r>
              <a:rPr lang="en-US" sz="1000" dirty="0"/>
              <a:t>(data, list) else </a:t>
            </a:r>
            <a:r>
              <a:rPr lang="en-US" sz="1000" dirty="0" err="1"/>
              <a:t>data.get</a:t>
            </a:r>
            <a:r>
              <a:rPr lang="en-US" sz="1000" dirty="0"/>
              <a:t>("data", </a:t>
            </a:r>
            <a:r>
              <a:rPr lang="en-US" sz="1000" dirty="0" err="1"/>
              <a:t>data.get</a:t>
            </a:r>
            <a:r>
              <a:rPr lang="en-US" sz="1000" dirty="0"/>
              <a:t>("results", []))</a:t>
            </a:r>
          </a:p>
          <a:p>
            <a:r>
              <a:rPr lang="en-US" sz="1000" dirty="0"/>
              <a:t>if </a:t>
            </a:r>
            <a:r>
              <a:rPr lang="en-US" sz="1000" dirty="0" err="1"/>
              <a:t>isinstance</a:t>
            </a:r>
            <a:r>
              <a:rPr lang="en-US" sz="1000" dirty="0"/>
              <a:t>(results, </a:t>
            </a:r>
            <a:r>
              <a:rPr lang="en-US" sz="1000" dirty="0" err="1"/>
              <a:t>dict</a:t>
            </a:r>
            <a:r>
              <a:rPr lang="en-US" sz="1000" dirty="0"/>
              <a:t>):</a:t>
            </a:r>
          </a:p>
          <a:p>
            <a:r>
              <a:rPr lang="en-US" sz="1000" dirty="0"/>
              <a:t>results = [results]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for item in results:</a:t>
            </a:r>
          </a:p>
          <a:p>
            <a:r>
              <a:rPr lang="en-US" sz="1000" dirty="0" err="1"/>
              <a:t>all_rows.append</a:t>
            </a:r>
            <a:r>
              <a:rPr lang="en-US" sz="1000" dirty="0"/>
              <a:t>(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query_domain</a:t>
            </a:r>
            <a:r>
              <a:rPr lang="en-US" sz="1000" dirty="0"/>
              <a:t>": domain,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fetched_at</a:t>
            </a:r>
            <a:r>
              <a:rPr lang="en-US" sz="1000" dirty="0"/>
              <a:t>": now,</a:t>
            </a:r>
          </a:p>
          <a:p>
            <a:r>
              <a:rPr lang="en-US" sz="1000" dirty="0"/>
              <a:t>"service": </a:t>
            </a:r>
            <a:r>
              <a:rPr lang="en-US" sz="1000" dirty="0" err="1"/>
              <a:t>service_code</a:t>
            </a:r>
            <a:r>
              <a:rPr lang="en-US" sz="1000" dirty="0"/>
              <a:t>,</a:t>
            </a:r>
          </a:p>
          <a:p>
            <a:r>
              <a:rPr lang="en-US" sz="1000" dirty="0"/>
              <a:t>"</a:t>
            </a:r>
            <a:r>
              <a:rPr lang="en-US" sz="1000" dirty="0" err="1"/>
              <a:t>raw_json</a:t>
            </a:r>
            <a:r>
              <a:rPr lang="en-US" sz="1000" dirty="0"/>
              <a:t>": </a:t>
            </a:r>
            <a:r>
              <a:rPr lang="en-US" sz="1000" dirty="0" err="1"/>
              <a:t>json.dumps</a:t>
            </a:r>
            <a:r>
              <a:rPr lang="en-US" sz="1000" dirty="0"/>
              <a:t>(item, </a:t>
            </a:r>
            <a:r>
              <a:rPr lang="en-US" sz="1000" dirty="0" err="1"/>
              <a:t>ensure_ascii</a:t>
            </a:r>
            <a:r>
              <a:rPr lang="en-US" sz="1000" dirty="0"/>
              <a:t>=False, default=str),</a:t>
            </a:r>
          </a:p>
          <a:p>
            <a:r>
              <a:rPr lang="en-US" sz="1000" dirty="0"/>
              <a:t>}</a:t>
            </a:r>
          </a:p>
          <a:p>
            <a:r>
              <a:rPr lang="en-US" sz="1000" dirty="0"/>
              <a:t>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if not results:</a:t>
            </a:r>
          </a:p>
          <a:p>
            <a:r>
              <a:rPr lang="en-US" sz="1000" dirty="0" err="1"/>
              <a:t>all_rows.append</a:t>
            </a:r>
            <a:r>
              <a:rPr lang="en-US" sz="1000" dirty="0"/>
              <a:t>({"</a:t>
            </a:r>
            <a:r>
              <a:rPr lang="en-US" sz="1000" dirty="0" err="1"/>
              <a:t>query_domain</a:t>
            </a:r>
            <a:r>
              <a:rPr lang="en-US" sz="1000" dirty="0"/>
              <a:t>": domain, "</a:t>
            </a:r>
            <a:r>
              <a:rPr lang="en-US" sz="1000" dirty="0" err="1"/>
              <a:t>fetched_at</a:t>
            </a:r>
            <a:r>
              <a:rPr lang="en-US" sz="1000" dirty="0"/>
              <a:t>": now, "service": </a:t>
            </a:r>
            <a:r>
              <a:rPr lang="en-US" sz="1000" dirty="0" err="1"/>
              <a:t>service_code</a:t>
            </a:r>
            <a:r>
              <a:rPr lang="en-US" sz="1000" dirty="0"/>
              <a:t>, "</a:t>
            </a:r>
            <a:r>
              <a:rPr lang="en-US" sz="1000" dirty="0" err="1"/>
              <a:t>raw_json</a:t>
            </a:r>
            <a:r>
              <a:rPr lang="en-US" sz="1000" dirty="0"/>
              <a:t>": "{}"})</a:t>
            </a:r>
          </a:p>
          <a:p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if not </a:t>
            </a:r>
            <a:r>
              <a:rPr lang="en-US" sz="1000" dirty="0" err="1"/>
              <a:t>all_rows</a:t>
            </a:r>
            <a:r>
              <a:rPr lang="en-US" sz="1000" dirty="0"/>
              <a:t>:</a:t>
            </a:r>
          </a:p>
          <a:p>
            <a:r>
              <a:rPr lang="en-US" sz="1000" dirty="0" err="1"/>
              <a:t>all_rows.append</a:t>
            </a:r>
            <a:r>
              <a:rPr lang="en-US" sz="1000" dirty="0"/>
              <a:t>({"</a:t>
            </a:r>
            <a:r>
              <a:rPr lang="en-US" sz="1000" dirty="0" err="1"/>
              <a:t>query_domain</a:t>
            </a:r>
            <a:r>
              <a:rPr lang="en-US" sz="1000" dirty="0"/>
              <a:t>": "none", "</a:t>
            </a:r>
            <a:r>
              <a:rPr lang="en-US" sz="1000" dirty="0" err="1"/>
              <a:t>fetched_at</a:t>
            </a:r>
            <a:r>
              <a:rPr lang="en-US" sz="1000" dirty="0"/>
              <a:t>": now, "service": </a:t>
            </a:r>
            <a:r>
              <a:rPr lang="en-US" sz="1000" dirty="0" err="1"/>
              <a:t>service_code</a:t>
            </a:r>
            <a:r>
              <a:rPr lang="en-US" sz="1000" dirty="0"/>
              <a:t>, "</a:t>
            </a:r>
            <a:r>
              <a:rPr lang="en-US" sz="1000" dirty="0" err="1"/>
              <a:t>raw_json</a:t>
            </a:r>
            <a:r>
              <a:rPr lang="en-US" sz="1000" dirty="0"/>
              <a:t>": "{}"})</a:t>
            </a:r>
          </a:p>
          <a:p>
            <a:r>
              <a:rPr lang="en-US" sz="1000" dirty="0"/>
              <a:t>return </a:t>
            </a:r>
            <a:r>
              <a:rPr lang="en-US" sz="1000" dirty="0" err="1"/>
              <a:t>pd.DataFrame</a:t>
            </a:r>
            <a:r>
              <a:rPr lang="en-US" sz="1000" dirty="0"/>
              <a:t>(</a:t>
            </a:r>
            <a:r>
              <a:rPr lang="en-US" sz="1000" dirty="0" err="1"/>
              <a:t>all_rows</a:t>
            </a:r>
            <a:r>
              <a:rPr lang="en-US" sz="1000" dirty="0"/>
              <a:t>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# 2. TT (Telegram Tracker)</a:t>
            </a:r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@lightweight()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external_systems</a:t>
            </a:r>
            <a:r>
              <a:rPr lang="en-US" sz="1000" dirty="0"/>
              <a:t>(source=Source(SOURCE_RID))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transform_pandas</a:t>
            </a:r>
            <a:r>
              <a:rPr lang="en-US" sz="1000" dirty="0"/>
              <a:t>(Output(RAW_PATH + "/</a:t>
            </a:r>
            <a:r>
              <a:rPr lang="en-US" sz="1000" dirty="0" err="1"/>
              <a:t>raw_tt</a:t>
            </a:r>
            <a:r>
              <a:rPr lang="en-US" sz="1000" dirty="0"/>
              <a:t>"))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fetch_raw_tt</a:t>
            </a:r>
            <a:r>
              <a:rPr lang="en-US" sz="1000" dirty="0"/>
              <a:t>(source):</a:t>
            </a:r>
          </a:p>
          <a:p>
            <a:r>
              <a:rPr lang="en-US" sz="1000" dirty="0"/>
              <a:t>return _</a:t>
            </a:r>
            <a:r>
              <a:rPr lang="en-US" sz="1000" dirty="0" err="1"/>
              <a:t>fetch_dt_tt</a:t>
            </a:r>
            <a:r>
              <a:rPr lang="en-US" sz="1000" dirty="0"/>
              <a:t>(source, "TT", "{</a:t>
            </a:r>
            <a:r>
              <a:rPr lang="en-US" sz="1000" dirty="0" err="1"/>
              <a:t>base_url</a:t>
            </a:r>
            <a:r>
              <a:rPr lang="en-US" sz="1000" dirty="0"/>
              <a:t>}/</a:t>
            </a:r>
            <a:r>
              <a:rPr lang="en-US" sz="1000" dirty="0" err="1"/>
              <a:t>tt</a:t>
            </a:r>
            <a:r>
              <a:rPr lang="en-US" sz="1000" dirty="0"/>
              <a:t>/search/domain/target/</a:t>
            </a:r>
            <a:r>
              <a:rPr lang="en-US" sz="1000" dirty="0" err="1"/>
              <a:t>all?text</a:t>
            </a:r>
            <a:r>
              <a:rPr lang="en-US" sz="1000" dirty="0"/>
              <a:t>={domain}&amp;limit={limit}")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# 3. CL (Credential Lookout)</a:t>
            </a:r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@lightweight()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external_systems</a:t>
            </a:r>
            <a:r>
              <a:rPr lang="en-US" sz="1000" dirty="0"/>
              <a:t>(source=Source(SOURCE_RID))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transform_pandas</a:t>
            </a:r>
            <a:r>
              <a:rPr lang="en-US" sz="1000" dirty="0"/>
              <a:t>(Output(RAW_PATH + "/</a:t>
            </a:r>
            <a:r>
              <a:rPr lang="en-US" sz="1000" dirty="0" err="1"/>
              <a:t>raw_cl</a:t>
            </a:r>
            <a:r>
              <a:rPr lang="en-US" sz="1000" dirty="0"/>
              <a:t>"))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fetch_raw_cl</a:t>
            </a:r>
            <a:r>
              <a:rPr lang="en-US" sz="1000" dirty="0"/>
              <a:t>(source):</a:t>
            </a:r>
          </a:p>
          <a:p>
            <a:r>
              <a:rPr lang="en-US" sz="1000" dirty="0"/>
              <a:t>return _</a:t>
            </a:r>
            <a:r>
              <a:rPr lang="en-US" sz="1000" dirty="0" err="1"/>
              <a:t>fetch_flat</a:t>
            </a:r>
            <a:r>
              <a:rPr lang="en-US" sz="1000" dirty="0"/>
              <a:t>(source, "CL", "{</a:t>
            </a:r>
            <a:r>
              <a:rPr lang="en-US" sz="1000" dirty="0" err="1"/>
              <a:t>base_url</a:t>
            </a:r>
            <a:r>
              <a:rPr lang="en-US" sz="1000" dirty="0"/>
              <a:t>}/cl/</a:t>
            </a:r>
            <a:r>
              <a:rPr lang="en-US" sz="1000" dirty="0" err="1"/>
              <a:t>search?query</a:t>
            </a:r>
            <a:r>
              <a:rPr lang="en-US" sz="1000" dirty="0"/>
              <a:t>=domain:{domain}&amp;limit={limit}")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# 4. CDS (Compromised Data Set)</a:t>
            </a:r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@lightweight()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external_systems</a:t>
            </a:r>
            <a:r>
              <a:rPr lang="en-US" sz="1000" dirty="0"/>
              <a:t>(source=Source(SOURCE_RID))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transform_pandas</a:t>
            </a:r>
            <a:r>
              <a:rPr lang="en-US" sz="1000" dirty="0"/>
              <a:t>(Output(RAW_PATH + "/</a:t>
            </a:r>
            <a:r>
              <a:rPr lang="en-US" sz="1000" dirty="0" err="1"/>
              <a:t>raw_cds</a:t>
            </a:r>
            <a:r>
              <a:rPr lang="en-US" sz="1000" dirty="0"/>
              <a:t>"))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fetch_raw_cds</a:t>
            </a:r>
            <a:r>
              <a:rPr lang="en-US" sz="1000" dirty="0"/>
              <a:t>(source):</a:t>
            </a:r>
          </a:p>
          <a:p>
            <a:r>
              <a:rPr lang="en-US" sz="1000" dirty="0"/>
              <a:t>return _</a:t>
            </a:r>
            <a:r>
              <a:rPr lang="en-US" sz="1000" dirty="0" err="1"/>
              <a:t>fetch_flat</a:t>
            </a:r>
            <a:r>
              <a:rPr lang="en-US" sz="1000" dirty="0"/>
              <a:t>(source, "CDS", "{</a:t>
            </a:r>
            <a:r>
              <a:rPr lang="en-US" sz="1000" dirty="0" err="1"/>
              <a:t>base_url</a:t>
            </a:r>
            <a:r>
              <a:rPr lang="en-US" sz="1000" dirty="0"/>
              <a:t>}/</a:t>
            </a:r>
            <a:r>
              <a:rPr lang="en-US" sz="1000" dirty="0" err="1"/>
              <a:t>cds</a:t>
            </a:r>
            <a:r>
              <a:rPr lang="en-US" sz="1000" dirty="0"/>
              <a:t>/</a:t>
            </a:r>
            <a:r>
              <a:rPr lang="en-US" sz="1000" dirty="0" err="1"/>
              <a:t>search?query</a:t>
            </a:r>
            <a:r>
              <a:rPr lang="en-US" sz="1000" dirty="0"/>
              <a:t>=domain:{domain}&amp;limit={limit}")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# 5. CB (Credential Bot)</a:t>
            </a:r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@lightweight()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external_systems</a:t>
            </a:r>
            <a:r>
              <a:rPr lang="en-US" sz="1000" dirty="0"/>
              <a:t>(source=Source(SOURCE_RID))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transform_pandas</a:t>
            </a:r>
            <a:r>
              <a:rPr lang="en-US" sz="1000" dirty="0"/>
              <a:t>(Output(RAW_PATH + "/</a:t>
            </a:r>
            <a:r>
              <a:rPr lang="en-US" sz="1000" dirty="0" err="1"/>
              <a:t>raw_cb</a:t>
            </a:r>
            <a:r>
              <a:rPr lang="en-US" sz="1000" dirty="0"/>
              <a:t>"))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fetch_raw_cb</a:t>
            </a:r>
            <a:r>
              <a:rPr lang="en-US" sz="1000" dirty="0"/>
              <a:t>(source):</a:t>
            </a:r>
          </a:p>
          <a:p>
            <a:r>
              <a:rPr lang="en-US" sz="1000" dirty="0"/>
              <a:t>return _</a:t>
            </a:r>
            <a:r>
              <a:rPr lang="en-US" sz="1000" dirty="0" err="1"/>
              <a:t>fetch_flat</a:t>
            </a:r>
            <a:r>
              <a:rPr lang="en-US" sz="1000" dirty="0"/>
              <a:t>(source, "CB", "{</a:t>
            </a:r>
            <a:r>
              <a:rPr lang="en-US" sz="1000" dirty="0" err="1"/>
              <a:t>base_url</a:t>
            </a:r>
            <a:r>
              <a:rPr lang="en-US" sz="1000" dirty="0"/>
              <a:t>}/</a:t>
            </a:r>
            <a:r>
              <a:rPr lang="en-US" sz="1000" dirty="0" err="1"/>
              <a:t>cb</a:t>
            </a:r>
            <a:r>
              <a:rPr lang="en-US" sz="1000" dirty="0"/>
              <a:t>/</a:t>
            </a:r>
            <a:r>
              <a:rPr lang="en-US" sz="1000" dirty="0" err="1"/>
              <a:t>search?query</a:t>
            </a:r>
            <a:r>
              <a:rPr lang="en-US" sz="1000" dirty="0"/>
              <a:t>=domain:{domain}&amp;limit={limit}")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# 7. RM (Ransomware Monitoring)</a:t>
            </a:r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@lightweight()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external_systems</a:t>
            </a:r>
            <a:r>
              <a:rPr lang="en-US" sz="1000" dirty="0"/>
              <a:t>(source=Source(SOURCE_RID))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transform_pandas</a:t>
            </a:r>
            <a:r>
              <a:rPr lang="en-US" sz="1000" dirty="0"/>
              <a:t>(Output(RAW_PATH + "/</a:t>
            </a:r>
            <a:r>
              <a:rPr lang="en-US" sz="1000" dirty="0" err="1"/>
              <a:t>raw_rm</a:t>
            </a:r>
            <a:r>
              <a:rPr lang="en-US" sz="1000" dirty="0"/>
              <a:t>"))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fetch_raw_rm</a:t>
            </a:r>
            <a:r>
              <a:rPr lang="en-US" sz="1000" dirty="0"/>
              <a:t>(source):</a:t>
            </a:r>
          </a:p>
          <a:p>
            <a:r>
              <a:rPr lang="en-US" sz="1000" dirty="0"/>
              <a:t>return _</a:t>
            </a:r>
            <a:r>
              <a:rPr lang="en-US" sz="1000" dirty="0" err="1"/>
              <a:t>fetch_flat</a:t>
            </a:r>
            <a:r>
              <a:rPr lang="en-US" sz="1000" dirty="0"/>
              <a:t>(source, "RM", "{</a:t>
            </a:r>
            <a:r>
              <a:rPr lang="en-US" sz="1000" dirty="0" err="1"/>
              <a:t>base_url</a:t>
            </a:r>
            <a:r>
              <a:rPr lang="en-US" sz="1000" dirty="0"/>
              <a:t>}/rm/</a:t>
            </a:r>
            <a:r>
              <a:rPr lang="en-US" sz="1000" dirty="0" err="1"/>
              <a:t>search?query</a:t>
            </a:r>
            <a:r>
              <a:rPr lang="en-US" sz="1000" dirty="0"/>
              <a:t>=domain:{domain}&amp;limit={limit}")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# 8. GM (Grey Market)</a:t>
            </a:r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@lightweight()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external_systems</a:t>
            </a:r>
            <a:r>
              <a:rPr lang="en-US" sz="1000" dirty="0"/>
              <a:t>(source=Source(SOURCE_RID))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transform_pandas</a:t>
            </a:r>
            <a:r>
              <a:rPr lang="en-US" sz="1000" dirty="0"/>
              <a:t>(Output(RAW_PATH + "/</a:t>
            </a:r>
            <a:r>
              <a:rPr lang="en-US" sz="1000" dirty="0" err="1"/>
              <a:t>raw_gm</a:t>
            </a:r>
            <a:r>
              <a:rPr lang="en-US" sz="1000" dirty="0"/>
              <a:t>"))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fetch_raw_gm</a:t>
            </a:r>
            <a:r>
              <a:rPr lang="en-US" sz="1000" dirty="0"/>
              <a:t>(source):</a:t>
            </a:r>
          </a:p>
          <a:p>
            <a:r>
              <a:rPr lang="en-US" sz="1000" dirty="0"/>
              <a:t>return _</a:t>
            </a:r>
            <a:r>
              <a:rPr lang="en-US" sz="1000" dirty="0" err="1"/>
              <a:t>fetch_flat</a:t>
            </a:r>
            <a:r>
              <a:rPr lang="en-US" sz="1000" dirty="0"/>
              <a:t>(source, "GM", "{</a:t>
            </a:r>
            <a:r>
              <a:rPr lang="en-US" sz="1000" dirty="0" err="1"/>
              <a:t>base_url</a:t>
            </a:r>
            <a:r>
              <a:rPr lang="en-US" sz="1000" dirty="0"/>
              <a:t>}/gm/</a:t>
            </a:r>
            <a:r>
              <a:rPr lang="en-US" sz="1000" dirty="0" err="1"/>
              <a:t>search?query</a:t>
            </a:r>
            <a:r>
              <a:rPr lang="en-US" sz="1000" dirty="0"/>
              <a:t>=</a:t>
            </a:r>
            <a:r>
              <a:rPr lang="en-US" sz="1000" dirty="0" err="1"/>
              <a:t>url</a:t>
            </a:r>
            <a:r>
              <a:rPr lang="en-US" sz="1000" dirty="0"/>
              <a:t>:{domain}&amp;limit={limit}")</a:t>
            </a:r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# 9. LM (Leakage Market)</a:t>
            </a:r>
          </a:p>
          <a:p>
            <a:r>
              <a:rPr lang="en-US" sz="1000" dirty="0"/>
              <a:t># ──────────────────────────────────────────────</a:t>
            </a:r>
          </a:p>
          <a:p>
            <a:r>
              <a:rPr lang="en-US" sz="1000" dirty="0"/>
              <a:t>@lightweight()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external_systems</a:t>
            </a:r>
            <a:r>
              <a:rPr lang="en-US" sz="1000" dirty="0"/>
              <a:t>(source=Source(SOURCE_RID))</a:t>
            </a:r>
          </a:p>
          <a:p>
            <a:r>
              <a:rPr lang="en-US" sz="1000" dirty="0"/>
              <a:t>@</a:t>
            </a:r>
            <a:r>
              <a:rPr lang="en-US" sz="1000" dirty="0" err="1"/>
              <a:t>transform_pandas</a:t>
            </a:r>
            <a:r>
              <a:rPr lang="en-US" sz="1000" dirty="0"/>
              <a:t>(Output(RAW_PATH + "/</a:t>
            </a:r>
            <a:r>
              <a:rPr lang="en-US" sz="1000" dirty="0" err="1"/>
              <a:t>raw_lm</a:t>
            </a:r>
            <a:r>
              <a:rPr lang="en-US" sz="1000" dirty="0"/>
              <a:t>"))</a:t>
            </a:r>
          </a:p>
          <a:p>
            <a:r>
              <a:rPr lang="en-US" sz="1000" dirty="0"/>
              <a:t>def </a:t>
            </a:r>
            <a:r>
              <a:rPr lang="en-US" sz="1000" dirty="0" err="1"/>
              <a:t>fetch_raw_lm</a:t>
            </a:r>
            <a:r>
              <a:rPr lang="en-US" sz="1000" dirty="0"/>
              <a:t>(source):</a:t>
            </a:r>
          </a:p>
          <a:p>
            <a:r>
              <a:rPr lang="en-US" sz="1000" dirty="0"/>
              <a:t>return _</a:t>
            </a:r>
            <a:r>
              <a:rPr lang="en-US" sz="1000" dirty="0" err="1"/>
              <a:t>fetch_flat</a:t>
            </a:r>
            <a:r>
              <a:rPr lang="en-US" sz="1000" dirty="0"/>
              <a:t>(source, "LM", "{</a:t>
            </a:r>
            <a:r>
              <a:rPr lang="en-US" sz="1000" dirty="0" err="1"/>
              <a:t>base_url</a:t>
            </a:r>
            <a:r>
              <a:rPr lang="en-US" sz="1000" dirty="0"/>
              <a:t>}/</a:t>
            </a:r>
            <a:r>
              <a:rPr lang="en-US" sz="1000" dirty="0" err="1"/>
              <a:t>lm</a:t>
            </a:r>
            <a:r>
              <a:rPr lang="en-US" sz="1000" dirty="0"/>
              <a:t>/</a:t>
            </a:r>
            <a:r>
              <a:rPr lang="en-US" sz="1000" dirty="0" err="1"/>
              <a:t>search?query</a:t>
            </a:r>
            <a:r>
              <a:rPr lang="en-US" sz="1000" dirty="0"/>
              <a:t>=</a:t>
            </a:r>
            <a:r>
              <a:rPr lang="en-US" sz="1000" dirty="0" err="1"/>
              <a:t>url</a:t>
            </a:r>
            <a:r>
              <a:rPr lang="en-US" sz="1000" dirty="0"/>
              <a:t>:{domain}&amp;limit={limit}")</a:t>
            </a:r>
          </a:p>
          <a:p>
            <a:br>
              <a:rPr lang="en-US" sz="1000" dirty="0"/>
            </a:br>
            <a:endParaRPr lang="en-US" sz="1000" dirty="0"/>
          </a:p>
          <a:p>
            <a:endParaRPr lang="ko-KR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33833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CFE15D-4DAB-42D6-AC4C-2082A32EEEA9}">
  <we:reference id="f5f369e5-aa35-49d7-ad7b-638152ddb008" version="1.0.0.1" store="EXCatalog" storeType="EXCatalog"/>
  <we:alternateReferences>
    <we:reference id="WA200010001" version="1.0.0.1" store="ko-K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2411</Words>
  <Application>Microsoft Macintosh PowerPoint</Application>
  <PresentationFormat>On-screen Show (16:9)</PresentationFormat>
  <Paragraphs>311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Park Yunseo</cp:lastModifiedBy>
  <cp:revision>23</cp:revision>
  <dcterms:modified xsi:type="dcterms:W3CDTF">2026-07-04T01:21:12Z</dcterms:modified>
</cp:coreProperties>
</file>